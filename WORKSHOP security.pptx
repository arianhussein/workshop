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348" r:id="rId5"/>
    <p:sldId id="334" r:id="rId6"/>
    <p:sldId id="335" r:id="rId7"/>
    <p:sldId id="346" r:id="rId8"/>
    <p:sldId id="347" r:id="rId9"/>
    <p:sldId id="300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F30B6-4B88-43B1-83AE-BF8FCCD18926}" v="134" dt="2025-01-09T16:53:35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3" autoAdjust="0"/>
    <p:restoredTop sz="94660"/>
  </p:normalViewPr>
  <p:slideViewPr>
    <p:cSldViewPr snapToGrid="0">
      <p:cViewPr varScale="1">
        <p:scale>
          <a:sx n="94" d="100"/>
          <a:sy n="94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n, M van der" userId="7071751e-8507-462b-863d-5bb5459a0324" providerId="ADAL" clId="{7AAC06D5-AE5E-45EC-B086-8D18773CB5E3}"/>
    <pc:docChg chg="undo custSel addSld delSld modSld sldOrd">
      <pc:chgData name="Linden, M van der" userId="7071751e-8507-462b-863d-5bb5459a0324" providerId="ADAL" clId="{7AAC06D5-AE5E-45EC-B086-8D18773CB5E3}" dt="2024-11-17T18:52:50.975" v="2564" actId="20577"/>
      <pc:docMkLst>
        <pc:docMk/>
      </pc:docMkLst>
      <pc:sldChg chg="addSp delSp modSp mod">
        <pc:chgData name="Linden, M van der" userId="7071751e-8507-462b-863d-5bb5459a0324" providerId="ADAL" clId="{7AAC06D5-AE5E-45EC-B086-8D18773CB5E3}" dt="2024-11-15T10:45:00.023" v="2462" actId="478"/>
        <pc:sldMkLst>
          <pc:docMk/>
          <pc:sldMk cId="1963868794" sldId="256"/>
        </pc:sldMkLst>
      </pc:sldChg>
      <pc:sldChg chg="modSp">
        <pc:chgData name="Linden, M van der" userId="7071751e-8507-462b-863d-5bb5459a0324" providerId="ADAL" clId="{7AAC06D5-AE5E-45EC-B086-8D18773CB5E3}" dt="2024-11-17T18:51:34.856" v="2525" actId="20577"/>
        <pc:sldMkLst>
          <pc:docMk/>
          <pc:sldMk cId="2247669645" sldId="257"/>
        </pc:sldMkLst>
        <pc:graphicFrameChg chg="mod">
          <ac:chgData name="Linden, M van der" userId="7071751e-8507-462b-863d-5bb5459a0324" providerId="ADAL" clId="{7AAC06D5-AE5E-45EC-B086-8D18773CB5E3}" dt="2024-11-17T18:51:34.856" v="2525" actId="20577"/>
          <ac:graphicFrameMkLst>
            <pc:docMk/>
            <pc:sldMk cId="2247669645" sldId="257"/>
            <ac:graphicFrameMk id="5" creationId="{6D7D19CD-BAA0-1417-7ECF-143D84EBE0CC}"/>
          </ac:graphicFrameMkLst>
        </pc:graphicFrameChg>
      </pc:sldChg>
      <pc:sldChg chg="addSp delSp modSp mod">
        <pc:chgData name="Linden, M van der" userId="7071751e-8507-462b-863d-5bb5459a0324" providerId="ADAL" clId="{7AAC06D5-AE5E-45EC-B086-8D18773CB5E3}" dt="2024-10-08T09:54:37.978" v="164" actId="14100"/>
        <pc:sldMkLst>
          <pc:docMk/>
          <pc:sldMk cId="2403080880" sldId="264"/>
        </pc:sldMkLst>
      </pc:sldChg>
      <pc:sldChg chg="addSp delSp modSp mod">
        <pc:chgData name="Linden, M van der" userId="7071751e-8507-462b-863d-5bb5459a0324" providerId="ADAL" clId="{7AAC06D5-AE5E-45EC-B086-8D18773CB5E3}" dt="2024-10-08T11:22:24.004" v="349" actId="20577"/>
        <pc:sldMkLst>
          <pc:docMk/>
          <pc:sldMk cId="3986602870" sldId="300"/>
        </pc:sldMkLst>
      </pc:sldChg>
      <pc:sldChg chg="del">
        <pc:chgData name="Linden, M van der" userId="7071751e-8507-462b-863d-5bb5459a0324" providerId="ADAL" clId="{7AAC06D5-AE5E-45EC-B086-8D18773CB5E3}" dt="2024-10-08T11:26:03.204" v="392" actId="47"/>
        <pc:sldMkLst>
          <pc:docMk/>
          <pc:sldMk cId="1780245323" sldId="301"/>
        </pc:sldMkLst>
      </pc:sldChg>
      <pc:sldChg chg="del">
        <pc:chgData name="Linden, M van der" userId="7071751e-8507-462b-863d-5bb5459a0324" providerId="ADAL" clId="{7AAC06D5-AE5E-45EC-B086-8D18773CB5E3}" dt="2024-10-08T11:26:05.510" v="393" actId="47"/>
        <pc:sldMkLst>
          <pc:docMk/>
          <pc:sldMk cId="838850443" sldId="309"/>
        </pc:sldMkLst>
      </pc:sldChg>
      <pc:sldChg chg="del">
        <pc:chgData name="Linden, M van der" userId="7071751e-8507-462b-863d-5bb5459a0324" providerId="ADAL" clId="{7AAC06D5-AE5E-45EC-B086-8D18773CB5E3}" dt="2024-10-08T11:26:17.794" v="403" actId="47"/>
        <pc:sldMkLst>
          <pc:docMk/>
          <pc:sldMk cId="586310356" sldId="314"/>
        </pc:sldMkLst>
      </pc:sldChg>
      <pc:sldChg chg="del">
        <pc:chgData name="Linden, M van der" userId="7071751e-8507-462b-863d-5bb5459a0324" providerId="ADAL" clId="{7AAC06D5-AE5E-45EC-B086-8D18773CB5E3}" dt="2024-10-08T11:26:07.116" v="394" actId="47"/>
        <pc:sldMkLst>
          <pc:docMk/>
          <pc:sldMk cId="368046603" sldId="315"/>
        </pc:sldMkLst>
      </pc:sldChg>
      <pc:sldChg chg="del">
        <pc:chgData name="Linden, M van der" userId="7071751e-8507-462b-863d-5bb5459a0324" providerId="ADAL" clId="{7AAC06D5-AE5E-45EC-B086-8D18773CB5E3}" dt="2024-10-08T11:26:08.401" v="395" actId="47"/>
        <pc:sldMkLst>
          <pc:docMk/>
          <pc:sldMk cId="1931365940" sldId="316"/>
        </pc:sldMkLst>
      </pc:sldChg>
      <pc:sldChg chg="del">
        <pc:chgData name="Linden, M van der" userId="7071751e-8507-462b-863d-5bb5459a0324" providerId="ADAL" clId="{7AAC06D5-AE5E-45EC-B086-8D18773CB5E3}" dt="2024-10-08T11:26:09.963" v="396" actId="47"/>
        <pc:sldMkLst>
          <pc:docMk/>
          <pc:sldMk cId="2561431" sldId="317"/>
        </pc:sldMkLst>
      </pc:sldChg>
      <pc:sldChg chg="del">
        <pc:chgData name="Linden, M van der" userId="7071751e-8507-462b-863d-5bb5459a0324" providerId="ADAL" clId="{7AAC06D5-AE5E-45EC-B086-8D18773CB5E3}" dt="2024-10-08T11:26:11.249" v="397" actId="47"/>
        <pc:sldMkLst>
          <pc:docMk/>
          <pc:sldMk cId="2327804504" sldId="318"/>
        </pc:sldMkLst>
      </pc:sldChg>
      <pc:sldChg chg="del">
        <pc:chgData name="Linden, M van der" userId="7071751e-8507-462b-863d-5bb5459a0324" providerId="ADAL" clId="{7AAC06D5-AE5E-45EC-B086-8D18773CB5E3}" dt="2024-10-08T11:26:12.731" v="398" actId="47"/>
        <pc:sldMkLst>
          <pc:docMk/>
          <pc:sldMk cId="2423278640" sldId="319"/>
        </pc:sldMkLst>
      </pc:sldChg>
      <pc:sldChg chg="del">
        <pc:chgData name="Linden, M van der" userId="7071751e-8507-462b-863d-5bb5459a0324" providerId="ADAL" clId="{7AAC06D5-AE5E-45EC-B086-8D18773CB5E3}" dt="2024-10-08T11:26:13.550" v="399" actId="47"/>
        <pc:sldMkLst>
          <pc:docMk/>
          <pc:sldMk cId="4225085068" sldId="320"/>
        </pc:sldMkLst>
      </pc:sldChg>
      <pc:sldChg chg="del">
        <pc:chgData name="Linden, M van der" userId="7071751e-8507-462b-863d-5bb5459a0324" providerId="ADAL" clId="{7AAC06D5-AE5E-45EC-B086-8D18773CB5E3}" dt="2024-10-08T11:26:15.286" v="400" actId="47"/>
        <pc:sldMkLst>
          <pc:docMk/>
          <pc:sldMk cId="11443487" sldId="321"/>
        </pc:sldMkLst>
      </pc:sldChg>
      <pc:sldChg chg="del">
        <pc:chgData name="Linden, M van der" userId="7071751e-8507-462b-863d-5bb5459a0324" providerId="ADAL" clId="{7AAC06D5-AE5E-45EC-B086-8D18773CB5E3}" dt="2024-10-08T11:26:16.314" v="401" actId="47"/>
        <pc:sldMkLst>
          <pc:docMk/>
          <pc:sldMk cId="3327325845" sldId="322"/>
        </pc:sldMkLst>
      </pc:sldChg>
      <pc:sldChg chg="del">
        <pc:chgData name="Linden, M van der" userId="7071751e-8507-462b-863d-5bb5459a0324" providerId="ADAL" clId="{7AAC06D5-AE5E-45EC-B086-8D18773CB5E3}" dt="2024-10-08T11:26:16.893" v="402" actId="47"/>
        <pc:sldMkLst>
          <pc:docMk/>
          <pc:sldMk cId="2149201934" sldId="323"/>
        </pc:sldMkLst>
      </pc:sldChg>
      <pc:sldChg chg="modSp add del mod">
        <pc:chgData name="Linden, M van der" userId="7071751e-8507-462b-863d-5bb5459a0324" providerId="ADAL" clId="{7AAC06D5-AE5E-45EC-B086-8D18773CB5E3}" dt="2024-11-17T18:52:18.427" v="2550" actId="20577"/>
        <pc:sldMkLst>
          <pc:docMk/>
          <pc:sldMk cId="3763727082" sldId="324"/>
        </pc:sldMkLst>
      </pc:sldChg>
      <pc:sldChg chg="del">
        <pc:chgData name="Linden, M van der" userId="7071751e-8507-462b-863d-5bb5459a0324" providerId="ADAL" clId="{7AAC06D5-AE5E-45EC-B086-8D18773CB5E3}" dt="2024-10-08T11:26:18.377" v="404" actId="47"/>
        <pc:sldMkLst>
          <pc:docMk/>
          <pc:sldMk cId="126756052" sldId="326"/>
        </pc:sldMkLst>
      </pc:sldChg>
      <pc:sldChg chg="del">
        <pc:chgData name="Linden, M van der" userId="7071751e-8507-462b-863d-5bb5459a0324" providerId="ADAL" clId="{7AAC06D5-AE5E-45EC-B086-8D18773CB5E3}" dt="2024-10-08T11:26:19.012" v="405" actId="47"/>
        <pc:sldMkLst>
          <pc:docMk/>
          <pc:sldMk cId="3598449007" sldId="327"/>
        </pc:sldMkLst>
      </pc:sldChg>
      <pc:sldChg chg="del">
        <pc:chgData name="Linden, M van der" userId="7071751e-8507-462b-863d-5bb5459a0324" providerId="ADAL" clId="{7AAC06D5-AE5E-45EC-B086-8D18773CB5E3}" dt="2024-10-08T11:26:19.653" v="406" actId="47"/>
        <pc:sldMkLst>
          <pc:docMk/>
          <pc:sldMk cId="3612693028" sldId="328"/>
        </pc:sldMkLst>
      </pc:sldChg>
      <pc:sldChg chg="del">
        <pc:chgData name="Linden, M van der" userId="7071751e-8507-462b-863d-5bb5459a0324" providerId="ADAL" clId="{7AAC06D5-AE5E-45EC-B086-8D18773CB5E3}" dt="2024-10-08T11:26:20.245" v="407" actId="47"/>
        <pc:sldMkLst>
          <pc:docMk/>
          <pc:sldMk cId="3814116967" sldId="329"/>
        </pc:sldMkLst>
      </pc:sldChg>
      <pc:sldChg chg="del">
        <pc:chgData name="Linden, M van der" userId="7071751e-8507-462b-863d-5bb5459a0324" providerId="ADAL" clId="{7AAC06D5-AE5E-45EC-B086-8D18773CB5E3}" dt="2024-10-08T11:26:20.902" v="408" actId="47"/>
        <pc:sldMkLst>
          <pc:docMk/>
          <pc:sldMk cId="2066538035" sldId="330"/>
        </pc:sldMkLst>
      </pc:sldChg>
      <pc:sldChg chg="del">
        <pc:chgData name="Linden, M van der" userId="7071751e-8507-462b-863d-5bb5459a0324" providerId="ADAL" clId="{7AAC06D5-AE5E-45EC-B086-8D18773CB5E3}" dt="2024-10-08T11:26:21.545" v="409" actId="47"/>
        <pc:sldMkLst>
          <pc:docMk/>
          <pc:sldMk cId="1693635427" sldId="331"/>
        </pc:sldMkLst>
      </pc:sldChg>
      <pc:sldChg chg="del">
        <pc:chgData name="Linden, M van der" userId="7071751e-8507-462b-863d-5bb5459a0324" providerId="ADAL" clId="{7AAC06D5-AE5E-45EC-B086-8D18773CB5E3}" dt="2024-10-08T11:26:22.237" v="410" actId="47"/>
        <pc:sldMkLst>
          <pc:docMk/>
          <pc:sldMk cId="1874153976" sldId="332"/>
        </pc:sldMkLst>
      </pc:sldChg>
      <pc:sldChg chg="del">
        <pc:chgData name="Linden, M van der" userId="7071751e-8507-462b-863d-5bb5459a0324" providerId="ADAL" clId="{7AAC06D5-AE5E-45EC-B086-8D18773CB5E3}" dt="2024-10-08T11:26:23.065" v="411" actId="47"/>
        <pc:sldMkLst>
          <pc:docMk/>
          <pc:sldMk cId="68290974" sldId="333"/>
        </pc:sldMkLst>
      </pc:sldChg>
      <pc:sldChg chg="addSp delSp modSp add mod">
        <pc:chgData name="Linden, M van der" userId="7071751e-8507-462b-863d-5bb5459a0324" providerId="ADAL" clId="{7AAC06D5-AE5E-45EC-B086-8D18773CB5E3}" dt="2024-10-08T09:59:26.199" v="233" actId="20577"/>
        <pc:sldMkLst>
          <pc:docMk/>
          <pc:sldMk cId="2171015846" sldId="334"/>
        </pc:sldMkLst>
      </pc:sldChg>
      <pc:sldChg chg="addSp delSp modSp add mod">
        <pc:chgData name="Linden, M van der" userId="7071751e-8507-462b-863d-5bb5459a0324" providerId="ADAL" clId="{7AAC06D5-AE5E-45EC-B086-8D18773CB5E3}" dt="2024-10-08T11:20:03.254" v="311" actId="1076"/>
        <pc:sldMkLst>
          <pc:docMk/>
          <pc:sldMk cId="1251371338" sldId="335"/>
        </pc:sldMkLst>
      </pc:sldChg>
      <pc:sldChg chg="addSp delSp modSp add mod">
        <pc:chgData name="Linden, M van der" userId="7071751e-8507-462b-863d-5bb5459a0324" providerId="ADAL" clId="{7AAC06D5-AE5E-45EC-B086-8D18773CB5E3}" dt="2024-10-08T11:22:29.841" v="355" actId="20577"/>
        <pc:sldMkLst>
          <pc:docMk/>
          <pc:sldMk cId="2632722465" sldId="336"/>
        </pc:sldMkLst>
      </pc:sldChg>
      <pc:sldChg chg="addSp delSp modSp add mod">
        <pc:chgData name="Linden, M van der" userId="7071751e-8507-462b-863d-5bb5459a0324" providerId="ADAL" clId="{7AAC06D5-AE5E-45EC-B086-8D18773CB5E3}" dt="2024-10-29T08:52:16.788" v="543" actId="1076"/>
        <pc:sldMkLst>
          <pc:docMk/>
          <pc:sldMk cId="3809321581" sldId="337"/>
        </pc:sldMkLst>
      </pc:sldChg>
      <pc:sldChg chg="addSp delSp modSp add mod">
        <pc:chgData name="Linden, M van der" userId="7071751e-8507-462b-863d-5bb5459a0324" providerId="ADAL" clId="{7AAC06D5-AE5E-45EC-B086-8D18773CB5E3}" dt="2024-10-29T08:53:37.365" v="557" actId="14100"/>
        <pc:sldMkLst>
          <pc:docMk/>
          <pc:sldMk cId="1895994812" sldId="338"/>
        </pc:sldMkLst>
      </pc:sldChg>
      <pc:sldChg chg="addSp delSp modSp add mod">
        <pc:chgData name="Linden, M van der" userId="7071751e-8507-462b-863d-5bb5459a0324" providerId="ADAL" clId="{7AAC06D5-AE5E-45EC-B086-8D18773CB5E3}" dt="2024-10-08T11:25:59.103" v="391" actId="14100"/>
        <pc:sldMkLst>
          <pc:docMk/>
          <pc:sldMk cId="2609701776" sldId="339"/>
        </pc:sldMkLst>
      </pc:sldChg>
      <pc:sldChg chg="addSp delSp modSp new mod">
        <pc:chgData name="Linden, M van der" userId="7071751e-8507-462b-863d-5bb5459a0324" providerId="ADAL" clId="{7AAC06D5-AE5E-45EC-B086-8D18773CB5E3}" dt="2024-11-17T18:52:50.975" v="2564" actId="20577"/>
        <pc:sldMkLst>
          <pc:docMk/>
          <pc:sldMk cId="406790705" sldId="340"/>
        </pc:sldMkLst>
      </pc:sldChg>
      <pc:sldChg chg="addSp delSp modSp new mod">
        <pc:chgData name="Linden, M van der" userId="7071751e-8507-462b-863d-5bb5459a0324" providerId="ADAL" clId="{7AAC06D5-AE5E-45EC-B086-8D18773CB5E3}" dt="2024-10-29T09:20:43.279" v="846" actId="20577"/>
        <pc:sldMkLst>
          <pc:docMk/>
          <pc:sldMk cId="2908684156" sldId="341"/>
        </pc:sldMkLst>
      </pc:sldChg>
      <pc:sldChg chg="modSp new del mod">
        <pc:chgData name="Linden, M van der" userId="7071751e-8507-462b-863d-5bb5459a0324" providerId="ADAL" clId="{7AAC06D5-AE5E-45EC-B086-8D18773CB5E3}" dt="2024-10-29T09:32:06.545" v="1306" actId="47"/>
        <pc:sldMkLst>
          <pc:docMk/>
          <pc:sldMk cId="248240977" sldId="342"/>
        </pc:sldMkLst>
      </pc:sldChg>
      <pc:sldChg chg="modSp add del mod ord">
        <pc:chgData name="Linden, M van der" userId="7071751e-8507-462b-863d-5bb5459a0324" providerId="ADAL" clId="{7AAC06D5-AE5E-45EC-B086-8D18773CB5E3}" dt="2024-10-29T10:03:53.768" v="1680" actId="47"/>
        <pc:sldMkLst>
          <pc:docMk/>
          <pc:sldMk cId="3896903872" sldId="342"/>
        </pc:sldMkLst>
      </pc:sldChg>
      <pc:sldChg chg="new del">
        <pc:chgData name="Linden, M van der" userId="7071751e-8507-462b-863d-5bb5459a0324" providerId="ADAL" clId="{7AAC06D5-AE5E-45EC-B086-8D18773CB5E3}" dt="2024-10-29T09:24:01.318" v="848" actId="47"/>
        <pc:sldMkLst>
          <pc:docMk/>
          <pc:sldMk cId="4067826110" sldId="342"/>
        </pc:sldMkLst>
      </pc:sldChg>
      <pc:sldChg chg="new del">
        <pc:chgData name="Linden, M van der" userId="7071751e-8507-462b-863d-5bb5459a0324" providerId="ADAL" clId="{7AAC06D5-AE5E-45EC-B086-8D18773CB5E3}" dt="2024-10-29T09:35:12.028" v="1321" actId="47"/>
        <pc:sldMkLst>
          <pc:docMk/>
          <pc:sldMk cId="458979671" sldId="343"/>
        </pc:sldMkLst>
      </pc:sldChg>
      <pc:sldChg chg="add del">
        <pc:chgData name="Linden, M van der" userId="7071751e-8507-462b-863d-5bb5459a0324" providerId="ADAL" clId="{7AAC06D5-AE5E-45EC-B086-8D18773CB5E3}" dt="2024-11-08T08:21:22.598" v="2132" actId="47"/>
        <pc:sldMkLst>
          <pc:docMk/>
          <pc:sldMk cId="4007486051" sldId="343"/>
        </pc:sldMkLst>
      </pc:sldChg>
      <pc:sldChg chg="addSp modSp add mod">
        <pc:chgData name="Linden, M van der" userId="7071751e-8507-462b-863d-5bb5459a0324" providerId="ADAL" clId="{7AAC06D5-AE5E-45EC-B086-8D18773CB5E3}" dt="2024-10-29T10:04:23.498" v="1687" actId="1076"/>
        <pc:sldMkLst>
          <pc:docMk/>
          <pc:sldMk cId="447933317" sldId="344"/>
        </pc:sldMkLst>
      </pc:sldChg>
      <pc:sldChg chg="addSp delSp modSp add mod">
        <pc:chgData name="Linden, M van der" userId="7071751e-8507-462b-863d-5bb5459a0324" providerId="ADAL" clId="{7AAC06D5-AE5E-45EC-B086-8D18773CB5E3}" dt="2024-10-29T10:06:51.639" v="1701" actId="27614"/>
        <pc:sldMkLst>
          <pc:docMk/>
          <pc:sldMk cId="563667816" sldId="345"/>
        </pc:sldMkLst>
      </pc:sldChg>
      <pc:sldChg chg="new del">
        <pc:chgData name="Linden, M van der" userId="7071751e-8507-462b-863d-5bb5459a0324" providerId="ADAL" clId="{7AAC06D5-AE5E-45EC-B086-8D18773CB5E3}" dt="2024-10-29T10:32:54.033" v="1704" actId="47"/>
        <pc:sldMkLst>
          <pc:docMk/>
          <pc:sldMk cId="1995216679" sldId="346"/>
        </pc:sldMkLst>
      </pc:sldChg>
      <pc:sldChg chg="modSp new del mod">
        <pc:chgData name="Linden, M van der" userId="7071751e-8507-462b-863d-5bb5459a0324" providerId="ADAL" clId="{7AAC06D5-AE5E-45EC-B086-8D18773CB5E3}" dt="2024-11-17T18:51:29.652" v="2522" actId="47"/>
        <pc:sldMkLst>
          <pc:docMk/>
          <pc:sldMk cId="3488194793" sldId="346"/>
        </pc:sldMkLst>
      </pc:sldChg>
      <pc:sldChg chg="del">
        <pc:chgData name="Linden, M van der" userId="7071751e-8507-462b-863d-5bb5459a0324" providerId="ADAL" clId="{7AAC06D5-AE5E-45EC-B086-8D18773CB5E3}" dt="2024-11-08T08:21:25.039" v="2133" actId="47"/>
        <pc:sldMkLst>
          <pc:docMk/>
          <pc:sldMk cId="4196499223" sldId="348"/>
        </pc:sldMkLst>
      </pc:sldChg>
      <pc:sldChg chg="addSp modSp add del mod">
        <pc:chgData name="Linden, M van der" userId="7071751e-8507-462b-863d-5bb5459a0324" providerId="ADAL" clId="{7AAC06D5-AE5E-45EC-B086-8D18773CB5E3}" dt="2024-11-08T08:21:26.311" v="2134" actId="47"/>
        <pc:sldMkLst>
          <pc:docMk/>
          <pc:sldMk cId="2271788688" sldId="349"/>
        </pc:sldMkLst>
      </pc:sldChg>
      <pc:sldChg chg="addSp delSp modSp add del mod">
        <pc:chgData name="Linden, M van der" userId="7071751e-8507-462b-863d-5bb5459a0324" providerId="ADAL" clId="{7AAC06D5-AE5E-45EC-B086-8D18773CB5E3}" dt="2024-11-08T08:21:27.516" v="2135" actId="47"/>
        <pc:sldMkLst>
          <pc:docMk/>
          <pc:sldMk cId="565097100" sldId="350"/>
        </pc:sldMkLst>
      </pc:sldChg>
      <pc:sldChg chg="addSp delSp modSp add del mod">
        <pc:chgData name="Linden, M van der" userId="7071751e-8507-462b-863d-5bb5459a0324" providerId="ADAL" clId="{7AAC06D5-AE5E-45EC-B086-8D18773CB5E3}" dt="2024-11-08T08:21:28.365" v="2136" actId="47"/>
        <pc:sldMkLst>
          <pc:docMk/>
          <pc:sldMk cId="221363397" sldId="351"/>
        </pc:sldMkLst>
      </pc:sldChg>
    </pc:docChg>
  </pc:docChgLst>
  <pc:docChgLst>
    <pc:chgData name="Linden, M van der" userId="7071751e-8507-462b-863d-5bb5459a0324" providerId="ADAL" clId="{736589F6-37FF-4600-B6EE-F607890B3BBE}"/>
    <pc:docChg chg="undo custSel addSld delSld modSld sldOrd">
      <pc:chgData name="Linden, M van der" userId="7071751e-8507-462b-863d-5bb5459a0324" providerId="ADAL" clId="{736589F6-37FF-4600-B6EE-F607890B3BBE}" dt="2024-10-08T09:41:28.251" v="1753" actId="20577"/>
      <pc:docMkLst>
        <pc:docMk/>
      </pc:docMkLst>
      <pc:sldChg chg="modSp">
        <pc:chgData name="Linden, M van der" userId="7071751e-8507-462b-863d-5bb5459a0324" providerId="ADAL" clId="{736589F6-37FF-4600-B6EE-F607890B3BBE}" dt="2024-10-01T10:10:55.190" v="1377" actId="20577"/>
        <pc:sldMkLst>
          <pc:docMk/>
          <pc:sldMk cId="2247669645" sldId="257"/>
        </pc:sldMkLst>
      </pc:sldChg>
      <pc:sldChg chg="addSp delSp modSp mod">
        <pc:chgData name="Linden, M van der" userId="7071751e-8507-462b-863d-5bb5459a0324" providerId="ADAL" clId="{736589F6-37FF-4600-B6EE-F607890B3BBE}" dt="2024-10-01T09:29:49.315" v="243" actId="20577"/>
        <pc:sldMkLst>
          <pc:docMk/>
          <pc:sldMk cId="2403080880" sldId="264"/>
        </pc:sldMkLst>
      </pc:sldChg>
      <pc:sldChg chg="addSp delSp modSp mod">
        <pc:chgData name="Linden, M van der" userId="7071751e-8507-462b-863d-5bb5459a0324" providerId="ADAL" clId="{736589F6-37FF-4600-B6EE-F607890B3BBE}" dt="2024-10-01T09:30:17.101" v="259" actId="20577"/>
        <pc:sldMkLst>
          <pc:docMk/>
          <pc:sldMk cId="3986602870" sldId="300"/>
        </pc:sldMkLst>
      </pc:sldChg>
      <pc:sldChg chg="addSp delSp modSp mod">
        <pc:chgData name="Linden, M van der" userId="7071751e-8507-462b-863d-5bb5459a0324" providerId="ADAL" clId="{736589F6-37FF-4600-B6EE-F607890B3BBE}" dt="2024-10-01T09:42:36.191" v="745" actId="20577"/>
        <pc:sldMkLst>
          <pc:docMk/>
          <pc:sldMk cId="1780245323" sldId="301"/>
        </pc:sldMkLst>
      </pc:sldChg>
      <pc:sldChg chg="del">
        <pc:chgData name="Linden, M van der" userId="7071751e-8507-462b-863d-5bb5459a0324" providerId="ADAL" clId="{736589F6-37FF-4600-B6EE-F607890B3BBE}" dt="2024-10-01T10:09:50.502" v="1365" actId="47"/>
        <pc:sldMkLst>
          <pc:docMk/>
          <pc:sldMk cId="1615269038" sldId="304"/>
        </pc:sldMkLst>
      </pc:sldChg>
      <pc:sldChg chg="del">
        <pc:chgData name="Linden, M van der" userId="7071751e-8507-462b-863d-5bb5459a0324" providerId="ADAL" clId="{736589F6-37FF-4600-B6EE-F607890B3BBE}" dt="2024-10-01T10:09:52.745" v="1367" actId="47"/>
        <pc:sldMkLst>
          <pc:docMk/>
          <pc:sldMk cId="983759555" sldId="305"/>
        </pc:sldMkLst>
      </pc:sldChg>
      <pc:sldChg chg="addSp delSp modSp mod">
        <pc:chgData name="Linden, M van der" userId="7071751e-8507-462b-863d-5bb5459a0324" providerId="ADAL" clId="{736589F6-37FF-4600-B6EE-F607890B3BBE}" dt="2024-10-01T09:46:40.187" v="896" actId="1076"/>
        <pc:sldMkLst>
          <pc:docMk/>
          <pc:sldMk cId="838850443" sldId="309"/>
        </pc:sldMkLst>
      </pc:sldChg>
      <pc:sldChg chg="del">
        <pc:chgData name="Linden, M van der" userId="7071751e-8507-462b-863d-5bb5459a0324" providerId="ADAL" clId="{736589F6-37FF-4600-B6EE-F607890B3BBE}" dt="2024-10-01T10:09:51.485" v="1366" actId="47"/>
        <pc:sldMkLst>
          <pc:docMk/>
          <pc:sldMk cId="1393335028" sldId="310"/>
        </pc:sldMkLst>
      </pc:sldChg>
      <pc:sldChg chg="del">
        <pc:chgData name="Linden, M van der" userId="7071751e-8507-462b-863d-5bb5459a0324" providerId="ADAL" clId="{736589F6-37FF-4600-B6EE-F607890B3BBE}" dt="2024-10-01T10:09:54.043" v="1368" actId="47"/>
        <pc:sldMkLst>
          <pc:docMk/>
          <pc:sldMk cId="3640954474" sldId="311"/>
        </pc:sldMkLst>
      </pc:sldChg>
      <pc:sldChg chg="del">
        <pc:chgData name="Linden, M van der" userId="7071751e-8507-462b-863d-5bb5459a0324" providerId="ADAL" clId="{736589F6-37FF-4600-B6EE-F607890B3BBE}" dt="2024-10-01T10:09:55.538" v="1369" actId="47"/>
        <pc:sldMkLst>
          <pc:docMk/>
          <pc:sldMk cId="778015011" sldId="312"/>
        </pc:sldMkLst>
      </pc:sldChg>
      <pc:sldChg chg="del">
        <pc:chgData name="Linden, M van der" userId="7071751e-8507-462b-863d-5bb5459a0324" providerId="ADAL" clId="{736589F6-37FF-4600-B6EE-F607890B3BBE}" dt="2024-10-01T10:09:56.870" v="1370" actId="47"/>
        <pc:sldMkLst>
          <pc:docMk/>
          <pc:sldMk cId="492805998" sldId="313"/>
        </pc:sldMkLst>
      </pc:sldChg>
      <pc:sldChg chg="addSp delSp modSp mod">
        <pc:chgData name="Linden, M van der" userId="7071751e-8507-462b-863d-5bb5459a0324" providerId="ADAL" clId="{736589F6-37FF-4600-B6EE-F607890B3BBE}" dt="2024-10-08T09:23:50.662" v="1493" actId="14100"/>
        <pc:sldMkLst>
          <pc:docMk/>
          <pc:sldMk cId="586310356" sldId="314"/>
        </pc:sldMkLst>
      </pc:sldChg>
      <pc:sldChg chg="addSp delSp modSp add mod">
        <pc:chgData name="Linden, M van der" userId="7071751e-8507-462b-863d-5bb5459a0324" providerId="ADAL" clId="{736589F6-37FF-4600-B6EE-F607890B3BBE}" dt="2024-10-01T09:50:51.739" v="1048" actId="20577"/>
        <pc:sldMkLst>
          <pc:docMk/>
          <pc:sldMk cId="368046603" sldId="315"/>
        </pc:sldMkLst>
      </pc:sldChg>
      <pc:sldChg chg="addSp delSp modSp add mod">
        <pc:chgData name="Linden, M van der" userId="7071751e-8507-462b-863d-5bb5459a0324" providerId="ADAL" clId="{736589F6-37FF-4600-B6EE-F607890B3BBE}" dt="2024-10-01T09:51:56.748" v="1071" actId="1076"/>
        <pc:sldMkLst>
          <pc:docMk/>
          <pc:sldMk cId="1931365940" sldId="316"/>
        </pc:sldMkLst>
      </pc:sldChg>
      <pc:sldChg chg="addSp delSp modSp add mod">
        <pc:chgData name="Linden, M van der" userId="7071751e-8507-462b-863d-5bb5459a0324" providerId="ADAL" clId="{736589F6-37FF-4600-B6EE-F607890B3BBE}" dt="2024-10-01T09:58:56.980" v="1102" actId="27614"/>
        <pc:sldMkLst>
          <pc:docMk/>
          <pc:sldMk cId="2561431" sldId="317"/>
        </pc:sldMkLst>
      </pc:sldChg>
      <pc:sldChg chg="addSp delSp modSp add mod">
        <pc:chgData name="Linden, M van der" userId="7071751e-8507-462b-863d-5bb5459a0324" providerId="ADAL" clId="{736589F6-37FF-4600-B6EE-F607890B3BBE}" dt="2024-10-01T10:00:15.676" v="1140" actId="20577"/>
        <pc:sldMkLst>
          <pc:docMk/>
          <pc:sldMk cId="2327804504" sldId="318"/>
        </pc:sldMkLst>
      </pc:sldChg>
      <pc:sldChg chg="addSp delSp modSp add mod">
        <pc:chgData name="Linden, M van der" userId="7071751e-8507-462b-863d-5bb5459a0324" providerId="ADAL" clId="{736589F6-37FF-4600-B6EE-F607890B3BBE}" dt="2024-10-01T10:03:30.597" v="1297" actId="27614"/>
        <pc:sldMkLst>
          <pc:docMk/>
          <pc:sldMk cId="2423278640" sldId="319"/>
        </pc:sldMkLst>
      </pc:sldChg>
      <pc:sldChg chg="addSp delSp modSp add mod">
        <pc:chgData name="Linden, M van der" userId="7071751e-8507-462b-863d-5bb5459a0324" providerId="ADAL" clId="{736589F6-37FF-4600-B6EE-F607890B3BBE}" dt="2024-10-01T10:05:32.687" v="1325" actId="20577"/>
        <pc:sldMkLst>
          <pc:docMk/>
          <pc:sldMk cId="4225085068" sldId="320"/>
        </pc:sldMkLst>
      </pc:sldChg>
      <pc:sldChg chg="modSp add mod">
        <pc:chgData name="Linden, M van der" userId="7071751e-8507-462b-863d-5bb5459a0324" providerId="ADAL" clId="{736589F6-37FF-4600-B6EE-F607890B3BBE}" dt="2024-10-01T10:04:40.140" v="1318" actId="14100"/>
        <pc:sldMkLst>
          <pc:docMk/>
          <pc:sldMk cId="11443487" sldId="321"/>
        </pc:sldMkLst>
      </pc:sldChg>
      <pc:sldChg chg="addSp delSp modSp add mod">
        <pc:chgData name="Linden, M van der" userId="7071751e-8507-462b-863d-5bb5459a0324" providerId="ADAL" clId="{736589F6-37FF-4600-B6EE-F607890B3BBE}" dt="2024-10-01T10:08:22.328" v="1346" actId="27614"/>
        <pc:sldMkLst>
          <pc:docMk/>
          <pc:sldMk cId="3327325845" sldId="322"/>
        </pc:sldMkLst>
      </pc:sldChg>
      <pc:sldChg chg="addSp delSp modSp add mod">
        <pc:chgData name="Linden, M van der" userId="7071751e-8507-462b-863d-5bb5459a0324" providerId="ADAL" clId="{736589F6-37FF-4600-B6EE-F607890B3BBE}" dt="2024-10-01T10:09:42.019" v="1364" actId="14100"/>
        <pc:sldMkLst>
          <pc:docMk/>
          <pc:sldMk cId="2149201934" sldId="323"/>
        </pc:sldMkLst>
      </pc:sldChg>
      <pc:sldChg chg="modSp add mod">
        <pc:chgData name="Linden, M van der" userId="7071751e-8507-462b-863d-5bb5459a0324" providerId="ADAL" clId="{736589F6-37FF-4600-B6EE-F607890B3BBE}" dt="2024-10-08T09:41:28.251" v="1753" actId="20577"/>
        <pc:sldMkLst>
          <pc:docMk/>
          <pc:sldMk cId="3763727082" sldId="324"/>
        </pc:sldMkLst>
      </pc:sldChg>
      <pc:sldChg chg="delSp add del mod">
        <pc:chgData name="Linden, M van der" userId="7071751e-8507-462b-863d-5bb5459a0324" providerId="ADAL" clId="{736589F6-37FF-4600-B6EE-F607890B3BBE}" dt="2024-10-08T09:40:56.235" v="1746" actId="47"/>
        <pc:sldMkLst>
          <pc:docMk/>
          <pc:sldMk cId="3286054945" sldId="325"/>
        </pc:sldMkLst>
      </pc:sldChg>
      <pc:sldChg chg="addSp delSp modSp mod">
        <pc:chgData name="Linden, M van der" userId="7071751e-8507-462b-863d-5bb5459a0324" providerId="ADAL" clId="{736589F6-37FF-4600-B6EE-F607890B3BBE}" dt="2024-10-08T09:26:30.265" v="1502" actId="14100"/>
        <pc:sldMkLst>
          <pc:docMk/>
          <pc:sldMk cId="126756052" sldId="326"/>
        </pc:sldMkLst>
      </pc:sldChg>
      <pc:sldChg chg="addSp delSp modSp mod">
        <pc:chgData name="Linden, M van der" userId="7071751e-8507-462b-863d-5bb5459a0324" providerId="ADAL" clId="{736589F6-37FF-4600-B6EE-F607890B3BBE}" dt="2024-10-08T09:29:04.130" v="1524" actId="27614"/>
        <pc:sldMkLst>
          <pc:docMk/>
          <pc:sldMk cId="3598449007" sldId="327"/>
        </pc:sldMkLst>
      </pc:sldChg>
      <pc:sldChg chg="addSp delSp modSp mod">
        <pc:chgData name="Linden, M van der" userId="7071751e-8507-462b-863d-5bb5459a0324" providerId="ADAL" clId="{736589F6-37FF-4600-B6EE-F607890B3BBE}" dt="2024-10-08T09:30:52.399" v="1551" actId="14100"/>
        <pc:sldMkLst>
          <pc:docMk/>
          <pc:sldMk cId="3612693028" sldId="328"/>
        </pc:sldMkLst>
      </pc:sldChg>
      <pc:sldChg chg="addSp delSp modSp mod ord">
        <pc:chgData name="Linden, M van der" userId="7071751e-8507-462b-863d-5bb5459a0324" providerId="ADAL" clId="{736589F6-37FF-4600-B6EE-F607890B3BBE}" dt="2024-10-08T09:40:38.492" v="1745" actId="1076"/>
        <pc:sldMkLst>
          <pc:docMk/>
          <pc:sldMk cId="3814116967" sldId="329"/>
        </pc:sldMkLst>
      </pc:sldChg>
      <pc:sldChg chg="addSp delSp modSp mod">
        <pc:chgData name="Linden, M van der" userId="7071751e-8507-462b-863d-5bb5459a0324" providerId="ADAL" clId="{736589F6-37FF-4600-B6EE-F607890B3BBE}" dt="2024-10-08T09:33:52.740" v="1681" actId="20577"/>
        <pc:sldMkLst>
          <pc:docMk/>
          <pc:sldMk cId="2066538035" sldId="330"/>
        </pc:sldMkLst>
      </pc:sldChg>
      <pc:sldChg chg="addSp delSp modSp mod">
        <pc:chgData name="Linden, M van der" userId="7071751e-8507-462b-863d-5bb5459a0324" providerId="ADAL" clId="{736589F6-37FF-4600-B6EE-F607890B3BBE}" dt="2024-10-08T09:35:02.008" v="1693" actId="14100"/>
        <pc:sldMkLst>
          <pc:docMk/>
          <pc:sldMk cId="1693635427" sldId="331"/>
        </pc:sldMkLst>
      </pc:sldChg>
      <pc:sldChg chg="addSp delSp modSp mod">
        <pc:chgData name="Linden, M van der" userId="7071751e-8507-462b-863d-5bb5459a0324" providerId="ADAL" clId="{736589F6-37FF-4600-B6EE-F607890B3BBE}" dt="2024-10-08T09:38:41.366" v="1720" actId="14100"/>
        <pc:sldMkLst>
          <pc:docMk/>
          <pc:sldMk cId="1874153976" sldId="332"/>
        </pc:sldMkLst>
      </pc:sldChg>
      <pc:sldChg chg="addSp delSp modSp mod">
        <pc:chgData name="Linden, M van der" userId="7071751e-8507-462b-863d-5bb5459a0324" providerId="ADAL" clId="{736589F6-37FF-4600-B6EE-F607890B3BBE}" dt="2024-10-08T09:39:52.043" v="1737" actId="1076"/>
        <pc:sldMkLst>
          <pc:docMk/>
          <pc:sldMk cId="68290974" sldId="333"/>
        </pc:sldMkLst>
      </pc:sldChg>
    </pc:docChg>
  </pc:docChgLst>
  <pc:docChgLst>
    <pc:chgData name="Linden, M van der" userId="7071751e-8507-462b-863d-5bb5459a0324" providerId="ADAL" clId="{A19BD087-AB1A-4F56-A3EC-EF22584A16DE}"/>
    <pc:docChg chg="custSel addSld delSld modSld">
      <pc:chgData name="Linden, M van der" userId="7071751e-8507-462b-863d-5bb5459a0324" providerId="ADAL" clId="{A19BD087-AB1A-4F56-A3EC-EF22584A16DE}" dt="2024-10-01T09:08:43.855" v="726" actId="20577"/>
      <pc:docMkLst>
        <pc:docMk/>
      </pc:docMkLst>
      <pc:sldChg chg="modSp">
        <pc:chgData name="Linden, M van der" userId="7071751e-8507-462b-863d-5bb5459a0324" providerId="ADAL" clId="{A19BD087-AB1A-4F56-A3EC-EF22584A16DE}" dt="2024-09-24T08:32:30.711" v="55" actId="20577"/>
        <pc:sldMkLst>
          <pc:docMk/>
          <pc:sldMk cId="2247669645" sldId="257"/>
        </pc:sldMkLst>
      </pc:sldChg>
      <pc:sldChg chg="addSp delSp modSp mod">
        <pc:chgData name="Linden, M van der" userId="7071751e-8507-462b-863d-5bb5459a0324" providerId="ADAL" clId="{A19BD087-AB1A-4F56-A3EC-EF22584A16DE}" dt="2024-09-24T11:01:56.654" v="667" actId="20577"/>
        <pc:sldMkLst>
          <pc:docMk/>
          <pc:sldMk cId="2403080880" sldId="264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632630582" sldId="275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2445025362" sldId="280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2420890478" sldId="281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112380904" sldId="295"/>
        </pc:sldMkLst>
      </pc:sldChg>
      <pc:sldChg chg="addSp delSp modSp mod">
        <pc:chgData name="Linden, M van der" userId="7071751e-8507-462b-863d-5bb5459a0324" providerId="ADAL" clId="{A19BD087-AB1A-4F56-A3EC-EF22584A16DE}" dt="2024-09-24T08:37:24.045" v="139" actId="1076"/>
        <pc:sldMkLst>
          <pc:docMk/>
          <pc:sldMk cId="3986602870" sldId="300"/>
        </pc:sldMkLst>
      </pc:sldChg>
      <pc:sldChg chg="addSp delSp modSp mod">
        <pc:chgData name="Linden, M van der" userId="7071751e-8507-462b-863d-5bb5459a0324" providerId="ADAL" clId="{A19BD087-AB1A-4F56-A3EC-EF22584A16DE}" dt="2024-09-24T08:53:47.268" v="200" actId="14100"/>
        <pc:sldMkLst>
          <pc:docMk/>
          <pc:sldMk cId="1780245323" sldId="301"/>
        </pc:sldMkLst>
      </pc:sldChg>
      <pc:sldChg chg="addSp delSp modSp del mod">
        <pc:chgData name="Linden, M van der" userId="7071751e-8507-462b-863d-5bb5459a0324" providerId="ADAL" clId="{A19BD087-AB1A-4F56-A3EC-EF22584A16DE}" dt="2024-09-24T09:08:09.675" v="335" actId="47"/>
        <pc:sldMkLst>
          <pc:docMk/>
          <pc:sldMk cId="2450154361" sldId="302"/>
        </pc:sldMkLst>
      </pc:sldChg>
      <pc:sldChg chg="del">
        <pc:chgData name="Linden, M van der" userId="7071751e-8507-462b-863d-5bb5459a0324" providerId="ADAL" clId="{A19BD087-AB1A-4F56-A3EC-EF22584A16DE}" dt="2024-09-24T09:03:54.967" v="300" actId="47"/>
        <pc:sldMkLst>
          <pc:docMk/>
          <pc:sldMk cId="1420448832" sldId="303"/>
        </pc:sldMkLst>
      </pc:sldChg>
      <pc:sldChg chg="addSp delSp modSp mod">
        <pc:chgData name="Linden, M van der" userId="7071751e-8507-462b-863d-5bb5459a0324" providerId="ADAL" clId="{A19BD087-AB1A-4F56-A3EC-EF22584A16DE}" dt="2024-09-24T09:22:08.485" v="412" actId="20577"/>
        <pc:sldMkLst>
          <pc:docMk/>
          <pc:sldMk cId="1615269038" sldId="304"/>
        </pc:sldMkLst>
      </pc:sldChg>
      <pc:sldChg chg="addSp delSp modSp mod">
        <pc:chgData name="Linden, M van der" userId="7071751e-8507-462b-863d-5bb5459a0324" providerId="ADAL" clId="{A19BD087-AB1A-4F56-A3EC-EF22584A16DE}" dt="2024-09-24T09:25:30.923" v="485" actId="5793"/>
        <pc:sldMkLst>
          <pc:docMk/>
          <pc:sldMk cId="983759555" sldId="305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1896311562" sldId="306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834597884" sldId="307"/>
        </pc:sldMkLst>
      </pc:sldChg>
      <pc:sldChg chg="del">
        <pc:chgData name="Linden, M van der" userId="7071751e-8507-462b-863d-5bb5459a0324" providerId="ADAL" clId="{A19BD087-AB1A-4F56-A3EC-EF22584A16DE}" dt="2024-09-24T09:37:01.845" v="514" actId="47"/>
        <pc:sldMkLst>
          <pc:docMk/>
          <pc:sldMk cId="1016588225" sldId="308"/>
        </pc:sldMkLst>
      </pc:sldChg>
      <pc:sldChg chg="addSp delSp modSp add mod">
        <pc:chgData name="Linden, M van der" userId="7071751e-8507-462b-863d-5bb5459a0324" providerId="ADAL" clId="{A19BD087-AB1A-4F56-A3EC-EF22584A16DE}" dt="2024-09-24T09:32:24.154" v="503" actId="166"/>
        <pc:sldMkLst>
          <pc:docMk/>
          <pc:sldMk cId="838850443" sldId="309"/>
        </pc:sldMkLst>
      </pc:sldChg>
      <pc:sldChg chg="addSp delSp modSp add mod">
        <pc:chgData name="Linden, M van der" userId="7071751e-8507-462b-863d-5bb5459a0324" providerId="ADAL" clId="{A19BD087-AB1A-4F56-A3EC-EF22584A16DE}" dt="2024-09-24T09:27:14.190" v="488" actId="20577"/>
        <pc:sldMkLst>
          <pc:docMk/>
          <pc:sldMk cId="1393335028" sldId="310"/>
        </pc:sldMkLst>
      </pc:sldChg>
      <pc:sldChg chg="addSp delSp modSp add mod">
        <pc:chgData name="Linden, M van der" userId="7071751e-8507-462b-863d-5bb5459a0324" providerId="ADAL" clId="{A19BD087-AB1A-4F56-A3EC-EF22584A16DE}" dt="2024-09-24T09:34:53.577" v="513" actId="14100"/>
        <pc:sldMkLst>
          <pc:docMk/>
          <pc:sldMk cId="3640954474" sldId="311"/>
        </pc:sldMkLst>
      </pc:sldChg>
      <pc:sldChg chg="addSp delSp modSp add mod">
        <pc:chgData name="Linden, M van der" userId="7071751e-8507-462b-863d-5bb5459a0324" providerId="ADAL" clId="{A19BD087-AB1A-4F56-A3EC-EF22584A16DE}" dt="2024-09-24T09:43:04.660" v="558" actId="1076"/>
        <pc:sldMkLst>
          <pc:docMk/>
          <pc:sldMk cId="778015011" sldId="312"/>
        </pc:sldMkLst>
      </pc:sldChg>
      <pc:sldChg chg="addSp delSp modSp add mod">
        <pc:chgData name="Linden, M van der" userId="7071751e-8507-462b-863d-5bb5459a0324" providerId="ADAL" clId="{A19BD087-AB1A-4F56-A3EC-EF22584A16DE}" dt="2024-09-24T09:51:14.223" v="580" actId="14100"/>
        <pc:sldMkLst>
          <pc:docMk/>
          <pc:sldMk cId="492805998" sldId="313"/>
        </pc:sldMkLst>
      </pc:sldChg>
      <pc:sldChg chg="addSp delSp modSp add mod">
        <pc:chgData name="Linden, M van der" userId="7071751e-8507-462b-863d-5bb5459a0324" providerId="ADAL" clId="{A19BD087-AB1A-4F56-A3EC-EF22584A16DE}" dt="2024-10-01T09:08:43.855" v="726" actId="20577"/>
        <pc:sldMkLst>
          <pc:docMk/>
          <pc:sldMk cId="586310356" sldId="314"/>
        </pc:sldMkLst>
      </pc:sldChg>
    </pc:docChg>
  </pc:docChgLst>
  <pc:docChgLst>
    <pc:chgData name="Linden, M van der" userId="7071751e-8507-462b-863d-5bb5459a0324" providerId="ADAL" clId="{79CF30B6-4B88-43B1-83AE-BF8FCCD18926}"/>
    <pc:docChg chg="custSel addSld delSld modSld">
      <pc:chgData name="Linden, M van der" userId="7071751e-8507-462b-863d-5bb5459a0324" providerId="ADAL" clId="{79CF30B6-4B88-43B1-83AE-BF8FCCD18926}" dt="2025-01-10T13:44:05.670" v="967" actId="113"/>
      <pc:docMkLst>
        <pc:docMk/>
      </pc:docMkLst>
      <pc:sldChg chg="delSp modSp mod">
        <pc:chgData name="Linden, M van der" userId="7071751e-8507-462b-863d-5bb5459a0324" providerId="ADAL" clId="{79CF30B6-4B88-43B1-83AE-BF8FCCD18926}" dt="2025-01-08T14:38:46.267" v="24" actId="1076"/>
        <pc:sldMkLst>
          <pc:docMk/>
          <pc:sldMk cId="1963868794" sldId="256"/>
        </pc:sldMkLst>
        <pc:spChg chg="mod">
          <ac:chgData name="Linden, M van der" userId="7071751e-8507-462b-863d-5bb5459a0324" providerId="ADAL" clId="{79CF30B6-4B88-43B1-83AE-BF8FCCD18926}" dt="2025-01-08T14:38:46.267" v="24" actId="1076"/>
          <ac:spMkLst>
            <pc:docMk/>
            <pc:sldMk cId="1963868794" sldId="256"/>
            <ac:spMk id="2" creationId="{5A8687B9-E34A-0415-F8E5-3E01136F16ED}"/>
          </ac:spMkLst>
        </pc:spChg>
      </pc:sldChg>
      <pc:sldChg chg="modSp mod">
        <pc:chgData name="Linden, M van der" userId="7071751e-8507-462b-863d-5bb5459a0324" providerId="ADAL" clId="{79CF30B6-4B88-43B1-83AE-BF8FCCD18926}" dt="2025-01-08T14:40:06.515" v="125" actId="20577"/>
        <pc:sldMkLst>
          <pc:docMk/>
          <pc:sldMk cId="2247669645" sldId="257"/>
        </pc:sldMkLst>
        <pc:spChg chg="mod">
          <ac:chgData name="Linden, M van der" userId="7071751e-8507-462b-863d-5bb5459a0324" providerId="ADAL" clId="{79CF30B6-4B88-43B1-83AE-BF8FCCD18926}" dt="2025-01-08T14:40:06.515" v="125" actId="20577"/>
          <ac:spMkLst>
            <pc:docMk/>
            <pc:sldMk cId="2247669645" sldId="257"/>
            <ac:spMk id="2" creationId="{844D8B7A-C9AE-DFB8-9117-CA244DF804B4}"/>
          </ac:spMkLst>
        </pc:spChg>
        <pc:graphicFrameChg chg="mod">
          <ac:chgData name="Linden, M van der" userId="7071751e-8507-462b-863d-5bb5459a0324" providerId="ADAL" clId="{79CF30B6-4B88-43B1-83AE-BF8FCCD18926}" dt="2025-01-08T14:39:49.951" v="110" actId="20577"/>
          <ac:graphicFrameMkLst>
            <pc:docMk/>
            <pc:sldMk cId="2247669645" sldId="257"/>
            <ac:graphicFrameMk id="5" creationId="{6D7D19CD-BAA0-1417-7ECF-143D84EBE0CC}"/>
          </ac:graphicFrameMkLst>
        </pc:graphicFrameChg>
      </pc:sldChg>
      <pc:sldChg chg="addSp delSp modSp mod">
        <pc:chgData name="Linden, M van der" userId="7071751e-8507-462b-863d-5bb5459a0324" providerId="ADAL" clId="{79CF30B6-4B88-43B1-83AE-BF8FCCD18926}" dt="2025-01-09T16:41:16.626" v="598" actId="20577"/>
        <pc:sldMkLst>
          <pc:docMk/>
          <pc:sldMk cId="2403080880" sldId="264"/>
        </pc:sldMkLst>
        <pc:spChg chg="add mod">
          <ac:chgData name="Linden, M van der" userId="7071751e-8507-462b-863d-5bb5459a0324" providerId="ADAL" clId="{79CF30B6-4B88-43B1-83AE-BF8FCCD18926}" dt="2025-01-09T16:41:16.626" v="598" actId="20577"/>
          <ac:spMkLst>
            <pc:docMk/>
            <pc:sldMk cId="2403080880" sldId="264"/>
            <ac:spMk id="3" creationId="{37003C7A-DF35-4237-52B8-F2634A1C57E9}"/>
          </ac:spMkLst>
        </pc:spChg>
        <pc:picChg chg="add del mod">
          <ac:chgData name="Linden, M van der" userId="7071751e-8507-462b-863d-5bb5459a0324" providerId="ADAL" clId="{79CF30B6-4B88-43B1-83AE-BF8FCCD18926}" dt="2025-01-09T16:39:51.814" v="525" actId="1076"/>
          <ac:picMkLst>
            <pc:docMk/>
            <pc:sldMk cId="2403080880" sldId="264"/>
            <ac:picMk id="10" creationId="{29F53634-2692-DBA8-6390-8DF3E3EFEF5E}"/>
          </ac:picMkLst>
        </pc:picChg>
        <pc:picChg chg="add mod">
          <ac:chgData name="Linden, M van der" userId="7071751e-8507-462b-863d-5bb5459a0324" providerId="ADAL" clId="{79CF30B6-4B88-43B1-83AE-BF8FCCD18926}" dt="2025-01-08T14:45:43.584" v="153" actId="1076"/>
          <ac:picMkLst>
            <pc:docMk/>
            <pc:sldMk cId="2403080880" sldId="264"/>
            <ac:picMk id="1038" creationId="{D1444CC3-2C42-C526-2017-D5375961D274}"/>
          </ac:picMkLst>
        </pc:picChg>
      </pc:sldChg>
      <pc:sldChg chg="addSp delSp modSp mod">
        <pc:chgData name="Linden, M van der" userId="7071751e-8507-462b-863d-5bb5459a0324" providerId="ADAL" clId="{79CF30B6-4B88-43B1-83AE-BF8FCCD18926}" dt="2025-01-10T13:44:05.670" v="967" actId="113"/>
        <pc:sldMkLst>
          <pc:docMk/>
          <pc:sldMk cId="3986602870" sldId="300"/>
        </pc:sldMkLst>
        <pc:spChg chg="add mod">
          <ac:chgData name="Linden, M van der" userId="7071751e-8507-462b-863d-5bb5459a0324" providerId="ADAL" clId="{79CF30B6-4B88-43B1-83AE-BF8FCCD18926}" dt="2025-01-10T13:44:05.670" v="967" actId="113"/>
          <ac:spMkLst>
            <pc:docMk/>
            <pc:sldMk cId="3986602870" sldId="300"/>
            <ac:spMk id="2" creationId="{44BEE61B-F0BB-4F5F-EA9C-DE72D859F985}"/>
          </ac:spMkLst>
        </pc:spChg>
        <pc:spChg chg="mod">
          <ac:chgData name="Linden, M van der" userId="7071751e-8507-462b-863d-5bb5459a0324" providerId="ADAL" clId="{79CF30B6-4B88-43B1-83AE-BF8FCCD18926}" dt="2025-01-08T15:00:57.388" v="264" actId="20577"/>
          <ac:spMkLst>
            <pc:docMk/>
            <pc:sldMk cId="3986602870" sldId="300"/>
            <ac:spMk id="7" creationId="{FD100F38-08A3-6FCE-19F4-182127419BF8}"/>
          </ac:spMkLst>
        </pc:spChg>
      </pc:sldChg>
      <pc:sldChg chg="del">
        <pc:chgData name="Linden, M van der" userId="7071751e-8507-462b-863d-5bb5459a0324" providerId="ADAL" clId="{79CF30B6-4B88-43B1-83AE-BF8FCCD18926}" dt="2025-01-09T16:54:57.510" v="722" actId="47"/>
        <pc:sldMkLst>
          <pc:docMk/>
          <pc:sldMk cId="3763727082" sldId="324"/>
        </pc:sldMkLst>
      </pc:sldChg>
      <pc:sldChg chg="addSp delSp modSp mod">
        <pc:chgData name="Linden, M van der" userId="7071751e-8507-462b-863d-5bb5459a0324" providerId="ADAL" clId="{79CF30B6-4B88-43B1-83AE-BF8FCCD18926}" dt="2025-01-09T16:52:09.066" v="674" actId="14100"/>
        <pc:sldMkLst>
          <pc:docMk/>
          <pc:sldMk cId="2171015846" sldId="334"/>
        </pc:sldMkLst>
        <pc:spChg chg="del mod">
          <ac:chgData name="Linden, M van der" userId="7071751e-8507-462b-863d-5bb5459a0324" providerId="ADAL" clId="{79CF30B6-4B88-43B1-83AE-BF8FCCD18926}" dt="2025-01-09T16:47:06.593" v="670" actId="478"/>
          <ac:spMkLst>
            <pc:docMk/>
            <pc:sldMk cId="2171015846" sldId="334"/>
            <ac:spMk id="9" creationId="{382F54EE-DF5C-5496-2E9F-55F769329CC0}"/>
          </ac:spMkLst>
        </pc:spChg>
        <pc:picChg chg="add mod">
          <ac:chgData name="Linden, M van der" userId="7071751e-8507-462b-863d-5bb5459a0324" providerId="ADAL" clId="{79CF30B6-4B88-43B1-83AE-BF8FCCD18926}" dt="2025-01-09T16:52:09.066" v="674" actId="14100"/>
          <ac:picMkLst>
            <pc:docMk/>
            <pc:sldMk cId="2171015846" sldId="334"/>
            <ac:picMk id="6" creationId="{F55BB4ED-4D80-8543-9441-73740C280034}"/>
          </ac:picMkLst>
        </pc:picChg>
        <pc:picChg chg="del">
          <ac:chgData name="Linden, M van der" userId="7071751e-8507-462b-863d-5bb5459a0324" providerId="ADAL" clId="{79CF30B6-4B88-43B1-83AE-BF8FCCD18926}" dt="2025-01-09T16:51:51.989" v="671" actId="478"/>
          <ac:picMkLst>
            <pc:docMk/>
            <pc:sldMk cId="2171015846" sldId="334"/>
            <ac:picMk id="8" creationId="{428D92A3-9B0C-E67C-8EE3-4DEF2AD12FCD}"/>
          </ac:picMkLst>
        </pc:picChg>
        <pc:picChg chg="del">
          <ac:chgData name="Linden, M van der" userId="7071751e-8507-462b-863d-5bb5459a0324" providerId="ADAL" clId="{79CF30B6-4B88-43B1-83AE-BF8FCCD18926}" dt="2025-01-09T16:47:04.271" v="667" actId="478"/>
          <ac:picMkLst>
            <pc:docMk/>
            <pc:sldMk cId="2171015846" sldId="334"/>
            <ac:picMk id="11" creationId="{8FFD22B5-2BB3-420B-A0FD-EDFECF31C435}"/>
          </ac:picMkLst>
        </pc:picChg>
        <pc:picChg chg="del">
          <ac:chgData name="Linden, M van der" userId="7071751e-8507-462b-863d-5bb5459a0324" providerId="ADAL" clId="{79CF30B6-4B88-43B1-83AE-BF8FCCD18926}" dt="2025-01-09T16:47:04.971" v="668" actId="478"/>
          <ac:picMkLst>
            <pc:docMk/>
            <pc:sldMk cId="2171015846" sldId="334"/>
            <ac:picMk id="13" creationId="{32FD7012-292B-E8E1-64D8-34D35E204B72}"/>
          </ac:picMkLst>
        </pc:picChg>
      </pc:sldChg>
      <pc:sldChg chg="addSp delSp modSp mod">
        <pc:chgData name="Linden, M van der" userId="7071751e-8507-462b-863d-5bb5459a0324" providerId="ADAL" clId="{79CF30B6-4B88-43B1-83AE-BF8FCCD18926}" dt="2025-01-09T16:53:43.114" v="683" actId="1076"/>
        <pc:sldMkLst>
          <pc:docMk/>
          <pc:sldMk cId="1251371338" sldId="335"/>
        </pc:sldMkLst>
        <pc:picChg chg="add del mod">
          <ac:chgData name="Linden, M van der" userId="7071751e-8507-462b-863d-5bb5459a0324" providerId="ADAL" clId="{79CF30B6-4B88-43B1-83AE-BF8FCCD18926}" dt="2025-01-09T16:53:25.877" v="677" actId="478"/>
          <ac:picMkLst>
            <pc:docMk/>
            <pc:sldMk cId="1251371338" sldId="335"/>
            <ac:picMk id="4" creationId="{58A77952-AC90-F447-8A16-66694F9920CB}"/>
          </ac:picMkLst>
        </pc:picChg>
        <pc:picChg chg="add mod">
          <ac:chgData name="Linden, M van der" userId="7071751e-8507-462b-863d-5bb5459a0324" providerId="ADAL" clId="{79CF30B6-4B88-43B1-83AE-BF8FCCD18926}" dt="2025-01-09T16:53:43.114" v="683" actId="1076"/>
          <ac:picMkLst>
            <pc:docMk/>
            <pc:sldMk cId="1251371338" sldId="335"/>
            <ac:picMk id="6" creationId="{058B70D1-93D1-2B8E-BBDD-F03E9FD6DF34}"/>
          </ac:picMkLst>
        </pc:picChg>
        <pc:picChg chg="del">
          <ac:chgData name="Linden, M van der" userId="7071751e-8507-462b-863d-5bb5459a0324" providerId="ADAL" clId="{79CF30B6-4B88-43B1-83AE-BF8FCCD18926}" dt="2025-01-09T16:52:35.355" v="675" actId="478"/>
          <ac:picMkLst>
            <pc:docMk/>
            <pc:sldMk cId="1251371338" sldId="335"/>
            <ac:picMk id="18" creationId="{DC468DF3-A5AA-C6FA-8285-BB8F1B3D0406}"/>
          </ac:picMkLst>
        </pc:picChg>
      </pc:sldChg>
      <pc:sldChg chg="del">
        <pc:chgData name="Linden, M van der" userId="7071751e-8507-462b-863d-5bb5459a0324" providerId="ADAL" clId="{79CF30B6-4B88-43B1-83AE-BF8FCCD18926}" dt="2025-01-09T16:54:39.130" v="714" actId="47"/>
        <pc:sldMkLst>
          <pc:docMk/>
          <pc:sldMk cId="2632722465" sldId="336"/>
        </pc:sldMkLst>
      </pc:sldChg>
      <pc:sldChg chg="del">
        <pc:chgData name="Linden, M van der" userId="7071751e-8507-462b-863d-5bb5459a0324" providerId="ADAL" clId="{79CF30B6-4B88-43B1-83AE-BF8FCCD18926}" dt="2025-01-09T16:54:40.680" v="715" actId="47"/>
        <pc:sldMkLst>
          <pc:docMk/>
          <pc:sldMk cId="3809321581" sldId="337"/>
        </pc:sldMkLst>
      </pc:sldChg>
      <pc:sldChg chg="del">
        <pc:chgData name="Linden, M van der" userId="7071751e-8507-462b-863d-5bb5459a0324" providerId="ADAL" clId="{79CF30B6-4B88-43B1-83AE-BF8FCCD18926}" dt="2025-01-09T16:54:41.881" v="716" actId="47"/>
        <pc:sldMkLst>
          <pc:docMk/>
          <pc:sldMk cId="1895994812" sldId="338"/>
        </pc:sldMkLst>
      </pc:sldChg>
      <pc:sldChg chg="del">
        <pc:chgData name="Linden, M van der" userId="7071751e-8507-462b-863d-5bb5459a0324" providerId="ADAL" clId="{79CF30B6-4B88-43B1-83AE-BF8FCCD18926}" dt="2025-01-09T16:54:43.364" v="717" actId="47"/>
        <pc:sldMkLst>
          <pc:docMk/>
          <pc:sldMk cId="2609701776" sldId="339"/>
        </pc:sldMkLst>
      </pc:sldChg>
      <pc:sldChg chg="del">
        <pc:chgData name="Linden, M van der" userId="7071751e-8507-462b-863d-5bb5459a0324" providerId="ADAL" clId="{79CF30B6-4B88-43B1-83AE-BF8FCCD18926}" dt="2025-01-09T16:54:49.704" v="718" actId="47"/>
        <pc:sldMkLst>
          <pc:docMk/>
          <pc:sldMk cId="406790705" sldId="340"/>
        </pc:sldMkLst>
      </pc:sldChg>
      <pc:sldChg chg="del">
        <pc:chgData name="Linden, M van der" userId="7071751e-8507-462b-863d-5bb5459a0324" providerId="ADAL" clId="{79CF30B6-4B88-43B1-83AE-BF8FCCD18926}" dt="2025-01-09T16:54:52.093" v="719" actId="47"/>
        <pc:sldMkLst>
          <pc:docMk/>
          <pc:sldMk cId="2908684156" sldId="341"/>
        </pc:sldMkLst>
      </pc:sldChg>
      <pc:sldChg chg="del">
        <pc:chgData name="Linden, M van der" userId="7071751e-8507-462b-863d-5bb5459a0324" providerId="ADAL" clId="{79CF30B6-4B88-43B1-83AE-BF8FCCD18926}" dt="2025-01-09T16:54:56.050" v="721" actId="47"/>
        <pc:sldMkLst>
          <pc:docMk/>
          <pc:sldMk cId="447933317" sldId="344"/>
        </pc:sldMkLst>
      </pc:sldChg>
      <pc:sldChg chg="del">
        <pc:chgData name="Linden, M van der" userId="7071751e-8507-462b-863d-5bb5459a0324" providerId="ADAL" clId="{79CF30B6-4B88-43B1-83AE-BF8FCCD18926}" dt="2025-01-09T16:54:54.812" v="720" actId="47"/>
        <pc:sldMkLst>
          <pc:docMk/>
          <pc:sldMk cId="563667816" sldId="345"/>
        </pc:sldMkLst>
      </pc:sldChg>
      <pc:sldChg chg="addSp delSp modSp add mod">
        <pc:chgData name="Linden, M van der" userId="7071751e-8507-462b-863d-5bb5459a0324" providerId="ADAL" clId="{79CF30B6-4B88-43B1-83AE-BF8FCCD18926}" dt="2025-01-08T14:51:33.591" v="216" actId="14100"/>
        <pc:sldMkLst>
          <pc:docMk/>
          <pc:sldMk cId="4068549197" sldId="346"/>
        </pc:sldMkLst>
        <pc:spChg chg="mod">
          <ac:chgData name="Linden, M van der" userId="7071751e-8507-462b-863d-5bb5459a0324" providerId="ADAL" clId="{79CF30B6-4B88-43B1-83AE-BF8FCCD18926}" dt="2025-01-08T14:47:13.660" v="186" actId="20577"/>
          <ac:spMkLst>
            <pc:docMk/>
            <pc:sldMk cId="4068549197" sldId="346"/>
            <ac:spMk id="2" creationId="{FA5ADCC2-786A-F4F0-BA70-20C334BA07E0}"/>
          </ac:spMkLst>
        </pc:spChg>
        <pc:picChg chg="add mod">
          <ac:chgData name="Linden, M van der" userId="7071751e-8507-462b-863d-5bb5459a0324" providerId="ADAL" clId="{79CF30B6-4B88-43B1-83AE-BF8FCCD18926}" dt="2025-01-08T14:48:06.055" v="192" actId="1076"/>
          <ac:picMkLst>
            <pc:docMk/>
            <pc:sldMk cId="4068549197" sldId="346"/>
            <ac:picMk id="4" creationId="{F785515A-7AAF-74F3-C90F-CA53A4FA0892}"/>
          </ac:picMkLst>
        </pc:picChg>
        <pc:picChg chg="add mod">
          <ac:chgData name="Linden, M van der" userId="7071751e-8507-462b-863d-5bb5459a0324" providerId="ADAL" clId="{79CF30B6-4B88-43B1-83AE-BF8FCCD18926}" dt="2025-01-08T14:49:25.435" v="201" actId="1076"/>
          <ac:picMkLst>
            <pc:docMk/>
            <pc:sldMk cId="4068549197" sldId="346"/>
            <ac:picMk id="8" creationId="{443C3988-ED0E-FF4D-42AB-E3F5F556FB19}"/>
          </ac:picMkLst>
        </pc:picChg>
        <pc:picChg chg="add mod">
          <ac:chgData name="Linden, M van der" userId="7071751e-8507-462b-863d-5bb5459a0324" providerId="ADAL" clId="{79CF30B6-4B88-43B1-83AE-BF8FCCD18926}" dt="2025-01-08T14:51:33.591" v="216" actId="14100"/>
          <ac:picMkLst>
            <pc:docMk/>
            <pc:sldMk cId="4068549197" sldId="346"/>
            <ac:picMk id="13" creationId="{AF9B4F12-F2AD-83EE-F584-BD8421100558}"/>
          </ac:picMkLst>
        </pc:picChg>
      </pc:sldChg>
      <pc:sldChg chg="addSp delSp modSp add mod">
        <pc:chgData name="Linden, M van der" userId="7071751e-8507-462b-863d-5bb5459a0324" providerId="ADAL" clId="{79CF30B6-4B88-43B1-83AE-BF8FCCD18926}" dt="2025-01-08T14:59:43.794" v="247" actId="1076"/>
        <pc:sldMkLst>
          <pc:docMk/>
          <pc:sldMk cId="4067679043" sldId="347"/>
        </pc:sldMkLst>
        <pc:spChg chg="mod">
          <ac:chgData name="Linden, M van der" userId="7071751e-8507-462b-863d-5bb5459a0324" providerId="ADAL" clId="{79CF30B6-4B88-43B1-83AE-BF8FCCD18926}" dt="2025-01-08T14:51:58.336" v="223" actId="20577"/>
          <ac:spMkLst>
            <pc:docMk/>
            <pc:sldMk cId="4067679043" sldId="347"/>
            <ac:spMk id="2" creationId="{4B269293-2744-463A-A269-BB3919CAF77C}"/>
          </ac:spMkLst>
        </pc:spChg>
        <pc:picChg chg="add mod">
          <ac:chgData name="Linden, M van der" userId="7071751e-8507-462b-863d-5bb5459a0324" providerId="ADAL" clId="{79CF30B6-4B88-43B1-83AE-BF8FCCD18926}" dt="2025-01-08T14:53:06.177" v="228" actId="962"/>
          <ac:picMkLst>
            <pc:docMk/>
            <pc:sldMk cId="4067679043" sldId="347"/>
            <ac:picMk id="5" creationId="{0DCD601E-F3BB-E7A7-299D-F983741787D9}"/>
          </ac:picMkLst>
        </pc:picChg>
        <pc:picChg chg="add mod">
          <ac:chgData name="Linden, M van der" userId="7071751e-8507-462b-863d-5bb5459a0324" providerId="ADAL" clId="{79CF30B6-4B88-43B1-83AE-BF8FCCD18926}" dt="2025-01-08T14:58:53.528" v="242" actId="14100"/>
          <ac:picMkLst>
            <pc:docMk/>
            <pc:sldMk cId="4067679043" sldId="347"/>
            <ac:picMk id="10" creationId="{A7B8B9AC-5E43-A965-8AF0-53B6CDEE6DA6}"/>
          </ac:picMkLst>
        </pc:picChg>
        <pc:picChg chg="add mod">
          <ac:chgData name="Linden, M van der" userId="7071751e-8507-462b-863d-5bb5459a0324" providerId="ADAL" clId="{79CF30B6-4B88-43B1-83AE-BF8FCCD18926}" dt="2025-01-08T14:59:43.794" v="247" actId="1076"/>
          <ac:picMkLst>
            <pc:docMk/>
            <pc:sldMk cId="4067679043" sldId="347"/>
            <ac:picMk id="12" creationId="{7CD2D36F-CD4F-E4B2-6101-9369F7A26431}"/>
          </ac:picMkLst>
        </pc:picChg>
      </pc:sldChg>
      <pc:sldChg chg="addSp delSp modSp new mod">
        <pc:chgData name="Linden, M van der" userId="7071751e-8507-462b-863d-5bb5459a0324" providerId="ADAL" clId="{79CF30B6-4B88-43B1-83AE-BF8FCCD18926}" dt="2025-01-09T16:46:04.158" v="666" actId="14100"/>
        <pc:sldMkLst>
          <pc:docMk/>
          <pc:sldMk cId="4260111443" sldId="348"/>
        </pc:sldMkLst>
        <pc:spChg chg="del mod">
          <ac:chgData name="Linden, M van der" userId="7071751e-8507-462b-863d-5bb5459a0324" providerId="ADAL" clId="{79CF30B6-4B88-43B1-83AE-BF8FCCD18926}" dt="2025-01-09T16:44:41.341" v="651" actId="478"/>
          <ac:spMkLst>
            <pc:docMk/>
            <pc:sldMk cId="4260111443" sldId="348"/>
            <ac:spMk id="2" creationId="{E646EB24-0056-9009-B850-D0D0ADA606DB}"/>
          </ac:spMkLst>
        </pc:spChg>
        <pc:spChg chg="del">
          <ac:chgData name="Linden, M van der" userId="7071751e-8507-462b-863d-5bb5459a0324" providerId="ADAL" clId="{79CF30B6-4B88-43B1-83AE-BF8FCCD18926}" dt="2025-01-09T16:44:45.157" v="653" actId="478"/>
          <ac:spMkLst>
            <pc:docMk/>
            <pc:sldMk cId="4260111443" sldId="348"/>
            <ac:spMk id="3" creationId="{D6E6FCCE-84FE-063B-EA25-6EFF38A96A40}"/>
          </ac:spMkLst>
        </pc:spChg>
        <pc:spChg chg="add del mod">
          <ac:chgData name="Linden, M van der" userId="7071751e-8507-462b-863d-5bb5459a0324" providerId="ADAL" clId="{79CF30B6-4B88-43B1-83AE-BF8FCCD18926}" dt="2025-01-09T16:44:43.441" v="652" actId="478"/>
          <ac:spMkLst>
            <pc:docMk/>
            <pc:sldMk cId="4260111443" sldId="348"/>
            <ac:spMk id="5" creationId="{FE0CD38B-F009-6346-4A1A-0FD7C9C8D5B3}"/>
          </ac:spMkLst>
        </pc:spChg>
        <pc:picChg chg="add mod">
          <ac:chgData name="Linden, M van der" userId="7071751e-8507-462b-863d-5bb5459a0324" providerId="ADAL" clId="{79CF30B6-4B88-43B1-83AE-BF8FCCD18926}" dt="2025-01-09T16:44:58.122" v="655" actId="1076"/>
          <ac:picMkLst>
            <pc:docMk/>
            <pc:sldMk cId="4260111443" sldId="348"/>
            <ac:picMk id="7" creationId="{7557B1CE-5EF6-B61A-77BF-BB597C6CE59C}"/>
          </ac:picMkLst>
        </pc:picChg>
        <pc:picChg chg="add mod">
          <ac:chgData name="Linden, M van der" userId="7071751e-8507-462b-863d-5bb5459a0324" providerId="ADAL" clId="{79CF30B6-4B88-43B1-83AE-BF8FCCD18926}" dt="2025-01-09T16:45:48.471" v="661" actId="14100"/>
          <ac:picMkLst>
            <pc:docMk/>
            <pc:sldMk cId="4260111443" sldId="348"/>
            <ac:picMk id="9" creationId="{B78AD8FA-9022-BE28-6EAF-0511C26B1608}"/>
          </ac:picMkLst>
        </pc:picChg>
        <pc:picChg chg="add mod">
          <ac:chgData name="Linden, M van der" userId="7071751e-8507-462b-863d-5bb5459a0324" providerId="ADAL" clId="{79CF30B6-4B88-43B1-83AE-BF8FCCD18926}" dt="2025-01-09T16:46:04.158" v="666" actId="14100"/>
          <ac:picMkLst>
            <pc:docMk/>
            <pc:sldMk cId="4260111443" sldId="348"/>
            <ac:picMk id="11" creationId="{A0D7A923-9D8C-40F3-4437-A6AB8BEF9011}"/>
          </ac:picMkLst>
        </pc:picChg>
      </pc:sldChg>
      <pc:sldChg chg="modSp new del mod">
        <pc:chgData name="Linden, M van der" userId="7071751e-8507-462b-863d-5bb5459a0324" providerId="ADAL" clId="{79CF30B6-4B88-43B1-83AE-BF8FCCD18926}" dt="2025-01-09T16:59:46.482" v="723" actId="47"/>
        <pc:sldMkLst>
          <pc:docMk/>
          <pc:sldMk cId="399147385" sldId="349"/>
        </pc:sldMkLst>
        <pc:spChg chg="mod">
          <ac:chgData name="Linden, M van der" userId="7071751e-8507-462b-863d-5bb5459a0324" providerId="ADAL" clId="{79CF30B6-4B88-43B1-83AE-BF8FCCD18926}" dt="2025-01-09T16:54:06.123" v="695" actId="20577"/>
          <ac:spMkLst>
            <pc:docMk/>
            <pc:sldMk cId="399147385" sldId="349"/>
            <ac:spMk id="2" creationId="{F33B2A1A-563E-D5EB-9EAE-28E933EE452B}"/>
          </ac:spMkLst>
        </pc:spChg>
        <pc:spChg chg="mod">
          <ac:chgData name="Linden, M van der" userId="7071751e-8507-462b-863d-5bb5459a0324" providerId="ADAL" clId="{79CF30B6-4B88-43B1-83AE-BF8FCCD18926}" dt="2025-01-09T16:54:32.619" v="713" actId="20577"/>
          <ac:spMkLst>
            <pc:docMk/>
            <pc:sldMk cId="399147385" sldId="349"/>
            <ac:spMk id="3" creationId="{025DF4A0-FD14-49D3-262B-2C39EA3BD109}"/>
          </ac:spMkLst>
        </pc:spChg>
      </pc:sldChg>
    </pc:docChg>
  </pc:docChgLst>
  <pc:docChgLst>
    <pc:chgData name="Linden, M van der" userId="7071751e-8507-462b-863d-5bb5459a0324" providerId="ADAL" clId="{162F9E3E-B53D-4FE7-BED1-6C374CCBBAD6}"/>
    <pc:docChg chg="delSld">
      <pc:chgData name="Linden, M van der" userId="7071751e-8507-462b-863d-5bb5459a0324" providerId="ADAL" clId="{162F9E3E-B53D-4FE7-BED1-6C374CCBBAD6}" dt="2024-09-20T11:02:44.850" v="0" actId="47"/>
      <pc:docMkLst>
        <pc:docMk/>
      </pc:docMkLst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3345683289" sldId="258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1668817135" sldId="262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4190369250" sldId="285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3428499279" sldId="297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3158794270" sldId="298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3777182710" sldId="299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1811081548" sldId="309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2985427991" sldId="310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2605810533" sldId="311"/>
        </pc:sldMkLst>
      </pc:sldChg>
      <pc:sldChg chg="del">
        <pc:chgData name="Linden, M van der" userId="7071751e-8507-462b-863d-5bb5459a0324" providerId="ADAL" clId="{162F9E3E-B53D-4FE7-BED1-6C374CCBBAD6}" dt="2024-09-20T11:02:44.850" v="0" actId="47"/>
        <pc:sldMkLst>
          <pc:docMk/>
          <pc:sldMk cId="3963077232" sldId="31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8A1E54-B090-491D-A11D-59B8B64A34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1514B3-2175-46BF-B99C-D3FF507218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Wat is security</a:t>
          </a:r>
        </a:p>
      </dgm:t>
    </dgm:pt>
    <dgm:pt modelId="{8D820C91-6CDA-4774-A9EE-9A50CA82E815}" type="parTrans" cxnId="{58016D1B-10E3-42A8-9868-A6F2BF1A8600}">
      <dgm:prSet/>
      <dgm:spPr/>
      <dgm:t>
        <a:bodyPr/>
        <a:lstStyle/>
        <a:p>
          <a:endParaRPr lang="en-US"/>
        </a:p>
      </dgm:t>
    </dgm:pt>
    <dgm:pt modelId="{ED097B8C-EEF1-44E4-9A51-25D56923CF1E}" type="sibTrans" cxnId="{58016D1B-10E3-42A8-9868-A6F2BF1A8600}">
      <dgm:prSet/>
      <dgm:spPr/>
      <dgm:t>
        <a:bodyPr/>
        <a:lstStyle/>
        <a:p>
          <a:endParaRPr lang="en-US"/>
        </a:p>
      </dgm:t>
    </dgm:pt>
    <dgm:pt modelId="{E812CDC6-A2A1-4413-98EE-8B80E207C3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Registreren</a:t>
          </a:r>
          <a:r>
            <a:rPr lang="en-US" dirty="0"/>
            <a:t> met hashed password</a:t>
          </a:r>
        </a:p>
      </dgm:t>
    </dgm:pt>
    <dgm:pt modelId="{0431C516-7FDB-46F2-A8BA-730DFB038AE9}" type="parTrans" cxnId="{1A6518D7-E349-4B0F-8345-4CD331F0F86B}">
      <dgm:prSet/>
      <dgm:spPr/>
      <dgm:t>
        <a:bodyPr/>
        <a:lstStyle/>
        <a:p>
          <a:endParaRPr lang="en-US"/>
        </a:p>
      </dgm:t>
    </dgm:pt>
    <dgm:pt modelId="{6C0D0E33-A09B-4462-877C-D12E6E84E52D}" type="sibTrans" cxnId="{1A6518D7-E349-4B0F-8345-4CD331F0F86B}">
      <dgm:prSet/>
      <dgm:spPr/>
      <dgm:t>
        <a:bodyPr/>
        <a:lstStyle/>
        <a:p>
          <a:endParaRPr lang="en-US"/>
        </a:p>
      </dgm:t>
    </dgm:pt>
    <dgm:pt modelId="{D66DA43A-6539-4CA5-9FD0-2CAD4B74C5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Inloggen</a:t>
          </a:r>
          <a:r>
            <a:rPr lang="en-US" dirty="0"/>
            <a:t> </a:t>
          </a:r>
        </a:p>
      </dgm:t>
    </dgm:pt>
    <dgm:pt modelId="{11FC2D14-FADC-4CEE-BD82-E120DF8282D5}" type="parTrans" cxnId="{6CCD7258-6560-4BBC-A6F5-0B4C49913A9F}">
      <dgm:prSet/>
      <dgm:spPr/>
      <dgm:t>
        <a:bodyPr/>
        <a:lstStyle/>
        <a:p>
          <a:endParaRPr lang="en-US"/>
        </a:p>
      </dgm:t>
    </dgm:pt>
    <dgm:pt modelId="{C95D6CDF-1FC6-433D-8162-7C9550144879}" type="sibTrans" cxnId="{6CCD7258-6560-4BBC-A6F5-0B4C49913A9F}">
      <dgm:prSet/>
      <dgm:spPr/>
      <dgm:t>
        <a:bodyPr/>
        <a:lstStyle/>
        <a:p>
          <a:endParaRPr lang="en-US"/>
        </a:p>
      </dgm:t>
    </dgm:pt>
    <dgm:pt modelId="{28FF01E1-58CA-4BD2-A818-0AB6D08C1F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Naar</a:t>
          </a:r>
          <a:r>
            <a:rPr lang="en-US" dirty="0"/>
            <a:t> </a:t>
          </a:r>
          <a:r>
            <a:rPr lang="en-US" dirty="0" err="1"/>
            <a:t>beveiligde</a:t>
          </a:r>
          <a:r>
            <a:rPr lang="en-US" dirty="0"/>
            <a:t> </a:t>
          </a:r>
          <a:r>
            <a:rPr lang="en-US" dirty="0" err="1"/>
            <a:t>pagina</a:t>
          </a:r>
          <a:endParaRPr lang="en-US" dirty="0"/>
        </a:p>
      </dgm:t>
    </dgm:pt>
    <dgm:pt modelId="{78940829-6C1B-4F45-ABDA-FC348F979EF2}" type="parTrans" cxnId="{BAE219D2-401E-46C4-A2CC-C27B192E6CEB}">
      <dgm:prSet/>
      <dgm:spPr/>
      <dgm:t>
        <a:bodyPr/>
        <a:lstStyle/>
        <a:p>
          <a:endParaRPr lang="en-US"/>
        </a:p>
      </dgm:t>
    </dgm:pt>
    <dgm:pt modelId="{2BC956DC-069C-477D-A021-329DE5CB2CE9}" type="sibTrans" cxnId="{BAE219D2-401E-46C4-A2CC-C27B192E6CEB}">
      <dgm:prSet/>
      <dgm:spPr/>
      <dgm:t>
        <a:bodyPr/>
        <a:lstStyle/>
        <a:p>
          <a:endParaRPr lang="en-US"/>
        </a:p>
      </dgm:t>
    </dgm:pt>
    <dgm:pt modelId="{4CE2FEFF-E709-4F12-BCF3-E596AE21D24C}" type="pres">
      <dgm:prSet presAssocID="{BE8A1E54-B090-491D-A11D-59B8B64A34E2}" presName="root" presStyleCnt="0">
        <dgm:presLayoutVars>
          <dgm:dir/>
          <dgm:resizeHandles val="exact"/>
        </dgm:presLayoutVars>
      </dgm:prSet>
      <dgm:spPr/>
    </dgm:pt>
    <dgm:pt modelId="{E4BDEF37-69C8-4799-8820-2850AD07C329}" type="pres">
      <dgm:prSet presAssocID="{691514B3-2175-46BF-B99C-D3FF50721852}" presName="compNode" presStyleCnt="0"/>
      <dgm:spPr/>
    </dgm:pt>
    <dgm:pt modelId="{EA98F752-4F23-4BBC-A61C-4EED950B07F7}" type="pres">
      <dgm:prSet presAssocID="{691514B3-2175-46BF-B99C-D3FF50721852}" presName="bgRect" presStyleLbl="bgShp" presStyleIdx="0" presStyleCnt="4" custLinFactNeighborX="-488" custLinFactNeighborY="-197"/>
      <dgm:spPr/>
    </dgm:pt>
    <dgm:pt modelId="{B0A9D02A-2191-495C-A6C9-65AD60C22104}" type="pres">
      <dgm:prSet presAssocID="{691514B3-2175-46BF-B99C-D3FF507218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og"/>
        </a:ext>
      </dgm:extLst>
    </dgm:pt>
    <dgm:pt modelId="{95CD6B96-B8F9-49ED-B2CD-41BB17DAF384}" type="pres">
      <dgm:prSet presAssocID="{691514B3-2175-46BF-B99C-D3FF50721852}" presName="spaceRect" presStyleCnt="0"/>
      <dgm:spPr/>
    </dgm:pt>
    <dgm:pt modelId="{BB84A8AC-608F-42E5-8B2D-E940BC81592C}" type="pres">
      <dgm:prSet presAssocID="{691514B3-2175-46BF-B99C-D3FF50721852}" presName="parTx" presStyleLbl="revTx" presStyleIdx="0" presStyleCnt="4">
        <dgm:presLayoutVars>
          <dgm:chMax val="0"/>
          <dgm:chPref val="0"/>
        </dgm:presLayoutVars>
      </dgm:prSet>
      <dgm:spPr/>
    </dgm:pt>
    <dgm:pt modelId="{D5A510E9-598F-472C-A03A-19EF998FDAC5}" type="pres">
      <dgm:prSet presAssocID="{ED097B8C-EEF1-44E4-9A51-25D56923CF1E}" presName="sibTrans" presStyleCnt="0"/>
      <dgm:spPr/>
    </dgm:pt>
    <dgm:pt modelId="{5197756F-A273-4831-9BFC-0E44D2F08AE6}" type="pres">
      <dgm:prSet presAssocID="{E812CDC6-A2A1-4413-98EE-8B80E207C32E}" presName="compNode" presStyleCnt="0"/>
      <dgm:spPr/>
    </dgm:pt>
    <dgm:pt modelId="{A2AADEB7-637A-4BBF-B439-72691E9AA0CD}" type="pres">
      <dgm:prSet presAssocID="{E812CDC6-A2A1-4413-98EE-8B80E207C32E}" presName="bgRect" presStyleLbl="bgShp" presStyleIdx="1" presStyleCnt="4" custLinFactNeighborX="-7338" custLinFactNeighborY="-3461"/>
      <dgm:spPr/>
    </dgm:pt>
    <dgm:pt modelId="{232F4CB8-7CAC-437F-83FD-0DE8BF990EC6}" type="pres">
      <dgm:prSet presAssocID="{E812CDC6-A2A1-4413-98EE-8B80E207C3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pen"/>
        </a:ext>
      </dgm:extLst>
    </dgm:pt>
    <dgm:pt modelId="{EDDABBC8-BF69-4F04-A5E2-0BDC26AB1C44}" type="pres">
      <dgm:prSet presAssocID="{E812CDC6-A2A1-4413-98EE-8B80E207C32E}" presName="spaceRect" presStyleCnt="0"/>
      <dgm:spPr/>
    </dgm:pt>
    <dgm:pt modelId="{594F2EF6-4DCF-4E8F-8441-70A761DA75AF}" type="pres">
      <dgm:prSet presAssocID="{E812CDC6-A2A1-4413-98EE-8B80E207C32E}" presName="parTx" presStyleLbl="revTx" presStyleIdx="1" presStyleCnt="4">
        <dgm:presLayoutVars>
          <dgm:chMax val="0"/>
          <dgm:chPref val="0"/>
        </dgm:presLayoutVars>
      </dgm:prSet>
      <dgm:spPr/>
    </dgm:pt>
    <dgm:pt modelId="{56A167D4-DDAE-4BD2-A5B7-352E329C8DE2}" type="pres">
      <dgm:prSet presAssocID="{6C0D0E33-A09B-4462-877C-D12E6E84E52D}" presName="sibTrans" presStyleCnt="0"/>
      <dgm:spPr/>
    </dgm:pt>
    <dgm:pt modelId="{C11B485C-25D8-4738-892B-2960D2E8DD22}" type="pres">
      <dgm:prSet presAssocID="{D66DA43A-6539-4CA5-9FD0-2CAD4B74C56D}" presName="compNode" presStyleCnt="0"/>
      <dgm:spPr/>
    </dgm:pt>
    <dgm:pt modelId="{AEA018BA-51C0-492A-AF49-17B150C45F61}" type="pres">
      <dgm:prSet presAssocID="{D66DA43A-6539-4CA5-9FD0-2CAD4B74C56D}" presName="bgRect" presStyleLbl="bgShp" presStyleIdx="2" presStyleCnt="4" custLinFactNeighborX="-29283" custLinFactNeighborY="4606"/>
      <dgm:spPr/>
    </dgm:pt>
    <dgm:pt modelId="{DCC549F7-5504-4C01-AD08-0B29155E89AE}" type="pres">
      <dgm:prSet presAssocID="{D66DA43A-6539-4CA5-9FD0-2CAD4B74C5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F9E13AB3-5C14-4E57-A76C-432AB547F1F7}" type="pres">
      <dgm:prSet presAssocID="{D66DA43A-6539-4CA5-9FD0-2CAD4B74C56D}" presName="spaceRect" presStyleCnt="0"/>
      <dgm:spPr/>
    </dgm:pt>
    <dgm:pt modelId="{CB345A6A-888F-4B69-AC5C-D2B26ED16490}" type="pres">
      <dgm:prSet presAssocID="{D66DA43A-6539-4CA5-9FD0-2CAD4B74C56D}" presName="parTx" presStyleLbl="revTx" presStyleIdx="2" presStyleCnt="4">
        <dgm:presLayoutVars>
          <dgm:chMax val="0"/>
          <dgm:chPref val="0"/>
        </dgm:presLayoutVars>
      </dgm:prSet>
      <dgm:spPr/>
    </dgm:pt>
    <dgm:pt modelId="{F66C5662-2F7D-492C-A867-B5C7B2D2F90A}" type="pres">
      <dgm:prSet presAssocID="{C95D6CDF-1FC6-433D-8162-7C9550144879}" presName="sibTrans" presStyleCnt="0"/>
      <dgm:spPr/>
    </dgm:pt>
    <dgm:pt modelId="{5F469EE8-EB28-4255-A1FE-9303B58671B1}" type="pres">
      <dgm:prSet presAssocID="{28FF01E1-58CA-4BD2-A818-0AB6D08C1FDA}" presName="compNode" presStyleCnt="0"/>
      <dgm:spPr/>
    </dgm:pt>
    <dgm:pt modelId="{911701D2-5610-4495-9374-EF9DF36EFBFA}" type="pres">
      <dgm:prSet presAssocID="{28FF01E1-58CA-4BD2-A818-0AB6D08C1FDA}" presName="bgRect" presStyleLbl="bgShp" presStyleIdx="3" presStyleCnt="4"/>
      <dgm:spPr/>
    </dgm:pt>
    <dgm:pt modelId="{B36F5171-8BFC-4FAB-B06E-E1062DC51571}" type="pres">
      <dgm:prSet presAssocID="{28FF01E1-58CA-4BD2-A818-0AB6D08C1F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olelijst"/>
        </a:ext>
      </dgm:extLst>
    </dgm:pt>
    <dgm:pt modelId="{76960263-F82F-42B2-BD64-7EE29FBF6226}" type="pres">
      <dgm:prSet presAssocID="{28FF01E1-58CA-4BD2-A818-0AB6D08C1FDA}" presName="spaceRect" presStyleCnt="0"/>
      <dgm:spPr/>
    </dgm:pt>
    <dgm:pt modelId="{9FA99A31-5CD4-4799-9063-D3948B4A8084}" type="pres">
      <dgm:prSet presAssocID="{28FF01E1-58CA-4BD2-A818-0AB6D08C1F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ADA7006-D169-4D99-BCEF-6C550D0862BE}" type="presOf" srcId="{BE8A1E54-B090-491D-A11D-59B8B64A34E2}" destId="{4CE2FEFF-E709-4F12-BCF3-E596AE21D24C}" srcOrd="0" destOrd="0" presId="urn:microsoft.com/office/officeart/2018/2/layout/IconVerticalSolidList"/>
    <dgm:cxn modelId="{58016D1B-10E3-42A8-9868-A6F2BF1A8600}" srcId="{BE8A1E54-B090-491D-A11D-59B8B64A34E2}" destId="{691514B3-2175-46BF-B99C-D3FF50721852}" srcOrd="0" destOrd="0" parTransId="{8D820C91-6CDA-4774-A9EE-9A50CA82E815}" sibTransId="{ED097B8C-EEF1-44E4-9A51-25D56923CF1E}"/>
    <dgm:cxn modelId="{6CCD7258-6560-4BBC-A6F5-0B4C49913A9F}" srcId="{BE8A1E54-B090-491D-A11D-59B8B64A34E2}" destId="{D66DA43A-6539-4CA5-9FD0-2CAD4B74C56D}" srcOrd="2" destOrd="0" parTransId="{11FC2D14-FADC-4CEE-BD82-E120DF8282D5}" sibTransId="{C95D6CDF-1FC6-433D-8162-7C9550144879}"/>
    <dgm:cxn modelId="{FE9CE48B-BD50-4C54-9EEC-35EAC48E05C8}" type="presOf" srcId="{28FF01E1-58CA-4BD2-A818-0AB6D08C1FDA}" destId="{9FA99A31-5CD4-4799-9063-D3948B4A8084}" srcOrd="0" destOrd="0" presId="urn:microsoft.com/office/officeart/2018/2/layout/IconVerticalSolidList"/>
    <dgm:cxn modelId="{F56C81AF-B7A1-4FBC-9094-08E09091C0AA}" type="presOf" srcId="{691514B3-2175-46BF-B99C-D3FF50721852}" destId="{BB84A8AC-608F-42E5-8B2D-E940BC81592C}" srcOrd="0" destOrd="0" presId="urn:microsoft.com/office/officeart/2018/2/layout/IconVerticalSolidList"/>
    <dgm:cxn modelId="{BAE219D2-401E-46C4-A2CC-C27B192E6CEB}" srcId="{BE8A1E54-B090-491D-A11D-59B8B64A34E2}" destId="{28FF01E1-58CA-4BD2-A818-0AB6D08C1FDA}" srcOrd="3" destOrd="0" parTransId="{78940829-6C1B-4F45-ABDA-FC348F979EF2}" sibTransId="{2BC956DC-069C-477D-A021-329DE5CB2CE9}"/>
    <dgm:cxn modelId="{0410C2D2-7871-45AD-B869-7A37A69DEB94}" type="presOf" srcId="{E812CDC6-A2A1-4413-98EE-8B80E207C32E}" destId="{594F2EF6-4DCF-4E8F-8441-70A761DA75AF}" srcOrd="0" destOrd="0" presId="urn:microsoft.com/office/officeart/2018/2/layout/IconVerticalSolidList"/>
    <dgm:cxn modelId="{1A6518D7-E349-4B0F-8345-4CD331F0F86B}" srcId="{BE8A1E54-B090-491D-A11D-59B8B64A34E2}" destId="{E812CDC6-A2A1-4413-98EE-8B80E207C32E}" srcOrd="1" destOrd="0" parTransId="{0431C516-7FDB-46F2-A8BA-730DFB038AE9}" sibTransId="{6C0D0E33-A09B-4462-877C-D12E6E84E52D}"/>
    <dgm:cxn modelId="{71DE7FF4-6568-492D-9D0B-D6D39DF6F209}" type="presOf" srcId="{D66DA43A-6539-4CA5-9FD0-2CAD4B74C56D}" destId="{CB345A6A-888F-4B69-AC5C-D2B26ED16490}" srcOrd="0" destOrd="0" presId="urn:microsoft.com/office/officeart/2018/2/layout/IconVerticalSolidList"/>
    <dgm:cxn modelId="{F1D4435F-F222-4895-A5A4-7C370CE9A6EA}" type="presParOf" srcId="{4CE2FEFF-E709-4F12-BCF3-E596AE21D24C}" destId="{E4BDEF37-69C8-4799-8820-2850AD07C329}" srcOrd="0" destOrd="0" presId="urn:microsoft.com/office/officeart/2018/2/layout/IconVerticalSolidList"/>
    <dgm:cxn modelId="{5C871A59-789D-4416-96B9-1C9B7A693543}" type="presParOf" srcId="{E4BDEF37-69C8-4799-8820-2850AD07C329}" destId="{EA98F752-4F23-4BBC-A61C-4EED950B07F7}" srcOrd="0" destOrd="0" presId="urn:microsoft.com/office/officeart/2018/2/layout/IconVerticalSolidList"/>
    <dgm:cxn modelId="{A3200F03-C473-4061-9C1A-626D43869AB9}" type="presParOf" srcId="{E4BDEF37-69C8-4799-8820-2850AD07C329}" destId="{B0A9D02A-2191-495C-A6C9-65AD60C22104}" srcOrd="1" destOrd="0" presId="urn:microsoft.com/office/officeart/2018/2/layout/IconVerticalSolidList"/>
    <dgm:cxn modelId="{CFBF1DAA-4111-44B0-8E01-34F90EC6500C}" type="presParOf" srcId="{E4BDEF37-69C8-4799-8820-2850AD07C329}" destId="{95CD6B96-B8F9-49ED-B2CD-41BB17DAF384}" srcOrd="2" destOrd="0" presId="urn:microsoft.com/office/officeart/2018/2/layout/IconVerticalSolidList"/>
    <dgm:cxn modelId="{E763146A-850B-4B78-B93D-5010D6023052}" type="presParOf" srcId="{E4BDEF37-69C8-4799-8820-2850AD07C329}" destId="{BB84A8AC-608F-42E5-8B2D-E940BC81592C}" srcOrd="3" destOrd="0" presId="urn:microsoft.com/office/officeart/2018/2/layout/IconVerticalSolidList"/>
    <dgm:cxn modelId="{F974A80E-9A2D-453C-8934-0481A6C86CE7}" type="presParOf" srcId="{4CE2FEFF-E709-4F12-BCF3-E596AE21D24C}" destId="{D5A510E9-598F-472C-A03A-19EF998FDAC5}" srcOrd="1" destOrd="0" presId="urn:microsoft.com/office/officeart/2018/2/layout/IconVerticalSolidList"/>
    <dgm:cxn modelId="{9A02ACC9-BB33-4934-95A0-C4BC165C9087}" type="presParOf" srcId="{4CE2FEFF-E709-4F12-BCF3-E596AE21D24C}" destId="{5197756F-A273-4831-9BFC-0E44D2F08AE6}" srcOrd="2" destOrd="0" presId="urn:microsoft.com/office/officeart/2018/2/layout/IconVerticalSolidList"/>
    <dgm:cxn modelId="{DA588B72-F44E-4B27-A40D-7D1629DD4F02}" type="presParOf" srcId="{5197756F-A273-4831-9BFC-0E44D2F08AE6}" destId="{A2AADEB7-637A-4BBF-B439-72691E9AA0CD}" srcOrd="0" destOrd="0" presId="urn:microsoft.com/office/officeart/2018/2/layout/IconVerticalSolidList"/>
    <dgm:cxn modelId="{456E97AA-48E3-46A8-922E-46D1A4B41AA5}" type="presParOf" srcId="{5197756F-A273-4831-9BFC-0E44D2F08AE6}" destId="{232F4CB8-7CAC-437F-83FD-0DE8BF990EC6}" srcOrd="1" destOrd="0" presId="urn:microsoft.com/office/officeart/2018/2/layout/IconVerticalSolidList"/>
    <dgm:cxn modelId="{40A400D6-DEBC-4C4B-AC22-1C0A98C2F07B}" type="presParOf" srcId="{5197756F-A273-4831-9BFC-0E44D2F08AE6}" destId="{EDDABBC8-BF69-4F04-A5E2-0BDC26AB1C44}" srcOrd="2" destOrd="0" presId="urn:microsoft.com/office/officeart/2018/2/layout/IconVerticalSolidList"/>
    <dgm:cxn modelId="{C4115F9F-5203-44C0-BFB8-81146F1E77A6}" type="presParOf" srcId="{5197756F-A273-4831-9BFC-0E44D2F08AE6}" destId="{594F2EF6-4DCF-4E8F-8441-70A761DA75AF}" srcOrd="3" destOrd="0" presId="urn:microsoft.com/office/officeart/2018/2/layout/IconVerticalSolidList"/>
    <dgm:cxn modelId="{9759E9DC-1A53-4BEA-93F2-480C156D48D1}" type="presParOf" srcId="{4CE2FEFF-E709-4F12-BCF3-E596AE21D24C}" destId="{56A167D4-DDAE-4BD2-A5B7-352E329C8DE2}" srcOrd="3" destOrd="0" presId="urn:microsoft.com/office/officeart/2018/2/layout/IconVerticalSolidList"/>
    <dgm:cxn modelId="{C8A104A0-A7AE-4219-BF79-6C58F69CE42F}" type="presParOf" srcId="{4CE2FEFF-E709-4F12-BCF3-E596AE21D24C}" destId="{C11B485C-25D8-4738-892B-2960D2E8DD22}" srcOrd="4" destOrd="0" presId="urn:microsoft.com/office/officeart/2018/2/layout/IconVerticalSolidList"/>
    <dgm:cxn modelId="{695E3F31-12E5-43D9-ABE0-67C39EB8A173}" type="presParOf" srcId="{C11B485C-25D8-4738-892B-2960D2E8DD22}" destId="{AEA018BA-51C0-492A-AF49-17B150C45F61}" srcOrd="0" destOrd="0" presId="urn:microsoft.com/office/officeart/2018/2/layout/IconVerticalSolidList"/>
    <dgm:cxn modelId="{C3066BA3-4D03-4E43-8F5C-18514060AF33}" type="presParOf" srcId="{C11B485C-25D8-4738-892B-2960D2E8DD22}" destId="{DCC549F7-5504-4C01-AD08-0B29155E89AE}" srcOrd="1" destOrd="0" presId="urn:microsoft.com/office/officeart/2018/2/layout/IconVerticalSolidList"/>
    <dgm:cxn modelId="{0DF93C17-3A95-4C35-861E-F19A3CCC7CA6}" type="presParOf" srcId="{C11B485C-25D8-4738-892B-2960D2E8DD22}" destId="{F9E13AB3-5C14-4E57-A76C-432AB547F1F7}" srcOrd="2" destOrd="0" presId="urn:microsoft.com/office/officeart/2018/2/layout/IconVerticalSolidList"/>
    <dgm:cxn modelId="{B6A3AEA8-BFCD-481C-90E7-2A7EE6C3880C}" type="presParOf" srcId="{C11B485C-25D8-4738-892B-2960D2E8DD22}" destId="{CB345A6A-888F-4B69-AC5C-D2B26ED16490}" srcOrd="3" destOrd="0" presId="urn:microsoft.com/office/officeart/2018/2/layout/IconVerticalSolidList"/>
    <dgm:cxn modelId="{151C9F9A-D21D-440B-880F-739E19FE2180}" type="presParOf" srcId="{4CE2FEFF-E709-4F12-BCF3-E596AE21D24C}" destId="{F66C5662-2F7D-492C-A867-B5C7B2D2F90A}" srcOrd="5" destOrd="0" presId="urn:microsoft.com/office/officeart/2018/2/layout/IconVerticalSolidList"/>
    <dgm:cxn modelId="{2B0CEC80-0C12-4224-9F90-C17BB205C438}" type="presParOf" srcId="{4CE2FEFF-E709-4F12-BCF3-E596AE21D24C}" destId="{5F469EE8-EB28-4255-A1FE-9303B58671B1}" srcOrd="6" destOrd="0" presId="urn:microsoft.com/office/officeart/2018/2/layout/IconVerticalSolidList"/>
    <dgm:cxn modelId="{4697E1D3-6644-43A4-A46D-84073DF76FD7}" type="presParOf" srcId="{5F469EE8-EB28-4255-A1FE-9303B58671B1}" destId="{911701D2-5610-4495-9374-EF9DF36EFBFA}" srcOrd="0" destOrd="0" presId="urn:microsoft.com/office/officeart/2018/2/layout/IconVerticalSolidList"/>
    <dgm:cxn modelId="{F3F7BB75-4132-4C7C-9F29-AFFDBECB3557}" type="presParOf" srcId="{5F469EE8-EB28-4255-A1FE-9303B58671B1}" destId="{B36F5171-8BFC-4FAB-B06E-E1062DC51571}" srcOrd="1" destOrd="0" presId="urn:microsoft.com/office/officeart/2018/2/layout/IconVerticalSolidList"/>
    <dgm:cxn modelId="{07A195C3-CB42-4115-A3C1-FF3E794D54FF}" type="presParOf" srcId="{5F469EE8-EB28-4255-A1FE-9303B58671B1}" destId="{76960263-F82F-42B2-BD64-7EE29FBF6226}" srcOrd="2" destOrd="0" presId="urn:microsoft.com/office/officeart/2018/2/layout/IconVerticalSolidList"/>
    <dgm:cxn modelId="{2FF6F6E2-3D1D-450D-8CF5-45FD44B36290}" type="presParOf" srcId="{5F469EE8-EB28-4255-A1FE-9303B58671B1}" destId="{9FA99A31-5CD4-4799-9063-D3948B4A80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8F752-4F23-4BBC-A61C-4EED950B07F7}">
      <dsp:nvSpPr>
        <dsp:cNvPr id="0" name=""/>
        <dsp:cNvSpPr/>
      </dsp:nvSpPr>
      <dsp:spPr>
        <a:xfrm>
          <a:off x="0" y="3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9D02A-2191-495C-A6C9-65AD60C22104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4A8AC-608F-42E5-8B2D-E940BC81592C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Wat is security</a:t>
          </a:r>
        </a:p>
      </dsp:txBody>
      <dsp:txXfrm>
        <a:off x="1357965" y="2319"/>
        <a:ext cx="4887299" cy="1175727"/>
      </dsp:txXfrm>
    </dsp:sp>
    <dsp:sp modelId="{A2AADEB7-637A-4BBF-B439-72691E9AA0CD}">
      <dsp:nvSpPr>
        <dsp:cNvPr id="0" name=""/>
        <dsp:cNvSpPr/>
      </dsp:nvSpPr>
      <dsp:spPr>
        <a:xfrm>
          <a:off x="0" y="1431287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F4CB8-7CAC-437F-83FD-0DE8BF990EC6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F2EF6-4DCF-4E8F-8441-70A761DA75AF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Registreren</a:t>
          </a:r>
          <a:r>
            <a:rPr lang="en-US" sz="2200" kern="1200" dirty="0"/>
            <a:t> met hashed password</a:t>
          </a:r>
        </a:p>
      </dsp:txBody>
      <dsp:txXfrm>
        <a:off x="1357965" y="1471979"/>
        <a:ext cx="4887299" cy="1175727"/>
      </dsp:txXfrm>
    </dsp:sp>
    <dsp:sp modelId="{AEA018BA-51C0-492A-AF49-17B150C45F61}">
      <dsp:nvSpPr>
        <dsp:cNvPr id="0" name=""/>
        <dsp:cNvSpPr/>
      </dsp:nvSpPr>
      <dsp:spPr>
        <a:xfrm>
          <a:off x="0" y="2995793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549F7-5504-4C01-AD08-0B29155E89AE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45A6A-888F-4B69-AC5C-D2B26ED16490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Inloggen</a:t>
          </a:r>
          <a:r>
            <a:rPr lang="en-US" sz="2200" kern="1200" dirty="0"/>
            <a:t> </a:t>
          </a:r>
        </a:p>
      </dsp:txBody>
      <dsp:txXfrm>
        <a:off x="1357965" y="2941639"/>
        <a:ext cx="4887299" cy="1175727"/>
      </dsp:txXfrm>
    </dsp:sp>
    <dsp:sp modelId="{911701D2-5610-4495-9374-EF9DF36EFBF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F5171-8BFC-4FAB-B06E-E1062DC5157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99A31-5CD4-4799-9063-D3948B4A8084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Naar</a:t>
          </a:r>
          <a:r>
            <a:rPr lang="en-US" sz="2200" kern="1200" dirty="0"/>
            <a:t> </a:t>
          </a:r>
          <a:r>
            <a:rPr lang="en-US" sz="2200" kern="1200" dirty="0" err="1"/>
            <a:t>beveiligde</a:t>
          </a:r>
          <a:r>
            <a:rPr lang="en-US" sz="2200" kern="1200" dirty="0"/>
            <a:t> </a:t>
          </a:r>
          <a:r>
            <a:rPr lang="en-US" sz="2200" kern="1200" dirty="0" err="1"/>
            <a:t>pagina</a:t>
          </a:r>
          <a:endParaRPr lang="en-US" sz="2200" kern="1200" dirty="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73A2B-C1FA-4664-80D7-AAA25400EF9E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6AB83-B5AA-4D10-A594-6191CC96D3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084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6AB83-B5AA-4D10-A594-6191CC96D38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74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54E47-78FD-C574-B130-814056B33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327442C-CD41-15BC-42E0-F247ED485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042106-D651-A6C3-07B0-01B1D378D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6CD6-88AE-EF69-86D9-231BB5CA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E9107A-BB63-CE99-3942-3DAFEDA7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71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20759-841A-4C8F-134F-00CA9F61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9C95CC-6ADA-3581-111E-0A25E8F2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5F56AAC-265A-18B2-E447-A23653CC1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65BD03F-F6CC-503B-9C6B-3DC238C7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712579-1C94-95AA-73BD-D526A611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796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58A58-BD91-AB4A-2B6B-49120DFC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82B9614-2C3F-3AB6-C9AB-06B0AAF35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ACA2FA3-8148-2529-A762-64E1822F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8F136E-206C-44A6-80F8-6C7E2DA1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B59024-4C55-76E0-3CEF-F375B190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913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93B80-F777-E279-610F-959D4CF1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F6E9F2-0C72-B63B-B704-5C8EA3AC1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8D649E9-F7F0-54D3-A9E7-9112BF287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EA5003D-3D7A-F558-07D3-BF416E46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32D1C70-58BC-E836-AB1D-159AA591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7603543-A021-8D0E-749D-8CA0A238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561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2CE14-EC4B-D7A4-D42A-4A4A9DFB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C22187A-2AAD-BB80-AD36-F3B84B570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095A39E-0047-B226-B2D0-7F3F64EAF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58ED82B-F1DD-744B-009D-A193B3591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94A929F-C85B-A4BB-E351-22ABFDCD5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F09055C-E3E4-D808-EE61-40692E49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877A873-CB83-A2B7-4EB9-D88A6B20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B936C68-BFBC-E783-B1F9-4B9B95CD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915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AC2A2-0948-B43D-8B83-97B20EA0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A01C8BB-8438-73E7-FFEB-3F154243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243F407-A605-5459-51D5-853371B6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4A6125A-E77B-D0FE-5DBF-31A313AB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99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B6F6B76-A175-E6C3-AFC2-055E7B66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65A9497-9E14-AFF8-4185-D304CD48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0E9C98-2F40-95B4-DEAE-51983058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841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6B094-34F0-30F5-3547-3211950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9E713A-0ECF-AF80-5524-EF80296D1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0099D07-33CB-2F94-859F-D92DD050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2B9C41E-DD4F-D47A-6730-28870CCF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F00EE44-8608-FAB5-9D11-DE9FA23D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CD50C38-8FC8-1405-F7C0-A6C1A5B1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175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5A3E6-6BE0-4BBA-6840-6399A8C4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C4BA5B6-6F64-D6C8-2E50-A38737039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7E24A40-63DD-C4EB-A624-F29263440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33DD828-85DD-FD49-E231-1B31219E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DD6A5A7-DF7D-98C2-A7D0-DBF1AE66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8D3BDC3-E717-EA4F-C19E-6279F5BC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972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F13BBF-B6E2-0C0C-AF17-88AA4903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813A72D-1947-69A2-62A7-87907CF43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28EE17-F98E-3EC3-6199-265E7699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F90C56E-E971-5DAC-BD45-40E2C51A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984FBE-0B4B-A28A-01E4-1DAFFD05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571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7EA0A64-B11E-0452-6D64-CFC505A6E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C463A5F-0A03-5E39-5BE5-05D83D4B1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18D7DD4-8ADF-E211-6909-40FA9E9E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033CDE8-D7A9-8412-B43C-4F353C29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54E7E2-5107-43B8-A2F4-EF1F86AF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565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B5A2E9E-2CAC-C316-907A-DAD07F57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883152-54BC-ACCF-6D00-4F9FE41B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8A010D3-F5EC-F113-8894-1149E298C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52A07-79D5-42FB-A233-385C99DA105C}" type="datetimeFigureOut">
              <a:rPr lang="nl-NL" smtClean="0"/>
              <a:t>10-1-2025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FBEF9FA-23F4-D213-98C4-A4EE8C47F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A5B53E-DE22-91D3-19DF-E90D1EF76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E4E1D-A3EB-48D2-B76B-F1AD08E0C3F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439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687B9-E34A-0415-F8E5-3E01136F1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7828"/>
            <a:ext cx="9144000" cy="1141412"/>
          </a:xfrm>
        </p:spPr>
        <p:txBody>
          <a:bodyPr>
            <a:normAutofit fontScale="90000"/>
          </a:bodyPr>
          <a:lstStyle/>
          <a:p>
            <a:r>
              <a:rPr lang="nl-NL" dirty="0"/>
              <a:t>Welkom bij de </a:t>
            </a:r>
            <a:br>
              <a:rPr lang="nl-NL" dirty="0"/>
            </a:br>
            <a:r>
              <a:rPr lang="nl-NL" dirty="0"/>
              <a:t>workshop</a:t>
            </a:r>
            <a:br>
              <a:rPr lang="nl-NL" dirty="0"/>
            </a:br>
            <a:r>
              <a:rPr lang="nl-NL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96386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D8B7A-C9AE-DFB8-9117-CA244DF8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nl-NL" sz="7400" dirty="0"/>
              <a:t>Wat gaan we doen in deze workshop?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6D7D19CD-BAA0-1417-7ECF-143D84EBE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94284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766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E8492-8D0A-4DF8-AF8B-F8FAA718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Security</a:t>
            </a:r>
          </a:p>
        </p:txBody>
      </p:sp>
      <p:pic>
        <p:nvPicPr>
          <p:cNvPr id="10" name="Afbeelding 9" descr="Afbeelding met tekst, schermopname, Lettertype, ontwerp&#10;&#10;Automatisch gegenereerde beschrijving">
            <a:extLst>
              <a:ext uri="{FF2B5EF4-FFF2-40B4-BE49-F238E27FC236}">
                <a16:creationId xmlns:a16="http://schemas.microsoft.com/office/drawing/2014/main" id="{29F53634-2692-DBA8-6390-8DF3E3EFE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51" y="1418598"/>
            <a:ext cx="8201310" cy="3803645"/>
          </a:xfrm>
          <a:prstGeom prst="rect">
            <a:avLst/>
          </a:prstGeom>
        </p:spPr>
      </p:pic>
      <p:pic>
        <p:nvPicPr>
          <p:cNvPr id="1038" name="Picture 14" descr="Best Security Pass Stock Photos, Pictures &amp; Royalty-Free Images - iStock">
            <a:extLst>
              <a:ext uri="{FF2B5EF4-FFF2-40B4-BE49-F238E27FC236}">
                <a16:creationId xmlns:a16="http://schemas.microsoft.com/office/drawing/2014/main" id="{D1444CC3-2C42-C526-2017-D5375961D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127" y="427735"/>
            <a:ext cx="1314524" cy="197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37003C7A-DF35-4237-52B8-F2634A1C57E9}"/>
              </a:ext>
            </a:extLst>
          </p:cNvPr>
          <p:cNvSpPr txBox="1"/>
          <p:nvPr/>
        </p:nvSpPr>
        <p:spPr>
          <a:xfrm>
            <a:off x="4155440" y="5801360"/>
            <a:ext cx="549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“Het beveiligen van pages”</a:t>
            </a:r>
          </a:p>
        </p:txBody>
      </p:sp>
    </p:spTree>
    <p:extLst>
      <p:ext uri="{BB962C8B-B14F-4D97-AF65-F5344CB8AC3E}">
        <p14:creationId xmlns:p14="http://schemas.microsoft.com/office/powerpoint/2010/main" val="240308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7557B1CE-5EF6-B61A-77BF-BB597C6CE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14" y="724496"/>
            <a:ext cx="9650172" cy="552527"/>
          </a:xfrm>
          <a:prstGeom prst="rect">
            <a:avLst/>
          </a:prstGeom>
        </p:spPr>
      </p:pic>
      <p:pic>
        <p:nvPicPr>
          <p:cNvPr id="9" name="Afbeelding 8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B78AD8FA-9022-BE28-6EAF-0511C26B1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545" y="1575865"/>
            <a:ext cx="8802895" cy="3440725"/>
          </a:xfrm>
          <a:prstGeom prst="rect">
            <a:avLst/>
          </a:prstGeom>
        </p:spPr>
      </p:pic>
      <p:pic>
        <p:nvPicPr>
          <p:cNvPr id="11" name="Afbeelding 10" descr="Afbeelding met tekst, Lettertype, schermopname, wit&#10;&#10;Automatisch gegenereerde beschrijving">
            <a:extLst>
              <a:ext uri="{FF2B5EF4-FFF2-40B4-BE49-F238E27FC236}">
                <a16:creationId xmlns:a16="http://schemas.microsoft.com/office/drawing/2014/main" id="{A0D7A923-9D8C-40F3-4437-A6AB8BEF9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914" y="5315432"/>
            <a:ext cx="7810856" cy="14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1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992D-480E-7A2E-5BA0-142AFE02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C3B26A-65F3-E6EE-2677-362B0B13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Security, </a:t>
            </a:r>
            <a:r>
              <a:rPr lang="nl-NL" dirty="0" err="1"/>
              <a:t>Authentication</a:t>
            </a:r>
            <a:r>
              <a:rPr lang="nl-NL" dirty="0"/>
              <a:t> / user </a:t>
            </a:r>
            <a:r>
              <a:rPr lang="nl-NL" dirty="0" err="1"/>
              <a:t>table</a:t>
            </a:r>
            <a:br>
              <a:rPr lang="nl-NL" dirty="0"/>
            </a:br>
            <a:endParaRPr lang="nl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8E6FDCB-EB89-E185-8FC6-2991473295F2}"/>
              </a:ext>
            </a:extLst>
          </p:cNvPr>
          <p:cNvSpPr txBox="1"/>
          <p:nvPr/>
        </p:nvSpPr>
        <p:spPr>
          <a:xfrm>
            <a:off x="589841" y="1321356"/>
            <a:ext cx="120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User tabel</a:t>
            </a:r>
          </a:p>
        </p:txBody>
      </p:sp>
      <p:pic>
        <p:nvPicPr>
          <p:cNvPr id="5" name="Afbeelding 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ED9B207A-5A22-9E15-ECDB-9AF475283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41" y="1979165"/>
            <a:ext cx="4887466" cy="335041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55BB4ED-4D80-8543-9441-73740C280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96" y="5618061"/>
            <a:ext cx="10732518" cy="58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1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7EA5-CC6F-65DF-A86E-FD5C7FD6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B32E1-159C-70B3-3168-EAAC0D43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Security, </a:t>
            </a:r>
            <a:r>
              <a:rPr lang="nl-NL" dirty="0" err="1"/>
              <a:t>Authentication</a:t>
            </a:r>
            <a:r>
              <a:rPr lang="nl-NL" dirty="0"/>
              <a:t> / registreren</a:t>
            </a:r>
            <a:br>
              <a:rPr lang="nl-NL" dirty="0"/>
            </a:br>
            <a:endParaRPr lang="nl-NL" dirty="0"/>
          </a:p>
        </p:txBody>
      </p:sp>
      <p:pic>
        <p:nvPicPr>
          <p:cNvPr id="10" name="Afbeelding 9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AEBB7CEA-58C3-AD6D-35D9-6758DE049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95102"/>
            <a:ext cx="4029637" cy="42677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49E0906-DEDD-0613-D79C-4D8E5AF8D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260" y="1559244"/>
            <a:ext cx="4918710" cy="253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5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058B70D1-93D1-2B8E-BBDD-F03E9FD6D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006" y="5100981"/>
            <a:ext cx="9277923" cy="118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7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0788-5202-1F6E-F6CE-373BA092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ADCC2-786A-F4F0-BA70-20C334BA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Security, </a:t>
            </a:r>
            <a:r>
              <a:rPr lang="nl-NL" dirty="0" err="1"/>
              <a:t>Authorization</a:t>
            </a:r>
            <a:r>
              <a:rPr lang="nl-NL" dirty="0"/>
              <a:t> / </a:t>
            </a:r>
            <a:r>
              <a:rPr lang="nl-NL" dirty="0" err="1"/>
              <a:t>role</a:t>
            </a:r>
            <a:r>
              <a:rPr lang="nl-NL" dirty="0"/>
              <a:t> </a:t>
            </a:r>
            <a:r>
              <a:rPr lang="nl-NL" dirty="0" err="1"/>
              <a:t>admin</a:t>
            </a:r>
            <a:br>
              <a:rPr lang="nl-NL" dirty="0"/>
            </a:br>
            <a:endParaRPr lang="nl-NL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A0443D9A-F097-A825-D175-3FB76FA18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00" y="5562898"/>
            <a:ext cx="10772134" cy="815042"/>
          </a:xfrm>
          <a:prstGeom prst="rect">
            <a:avLst/>
          </a:prstGeom>
        </p:spPr>
      </p:pic>
      <p:pic>
        <p:nvPicPr>
          <p:cNvPr id="4" name="Afbeelding 3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F785515A-7AAF-74F3-C90F-CA53A4FA0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00" y="1608643"/>
            <a:ext cx="2724530" cy="2191056"/>
          </a:xfrm>
          <a:prstGeom prst="rect">
            <a:avLst/>
          </a:prstGeom>
        </p:spPr>
      </p:pic>
      <p:pic>
        <p:nvPicPr>
          <p:cNvPr id="8" name="Afbeelding 7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443C3988-ED0E-FF4D-42AB-E3F5F556F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949" y="3799699"/>
            <a:ext cx="4067743" cy="1543265"/>
          </a:xfrm>
          <a:prstGeom prst="rect">
            <a:avLst/>
          </a:prstGeom>
        </p:spPr>
      </p:pic>
      <p:pic>
        <p:nvPicPr>
          <p:cNvPr id="13" name="Afbeelding 12" descr="Afbeelding met tekst, software, Computerpictogram, Multimediasoftware&#10;&#10;Automatisch gegenereerde beschrijving">
            <a:extLst>
              <a:ext uri="{FF2B5EF4-FFF2-40B4-BE49-F238E27FC236}">
                <a16:creationId xmlns:a16="http://schemas.microsoft.com/office/drawing/2014/main" id="{AF9B4F12-F2AD-83EE-F584-BD8421100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330" y="1027906"/>
            <a:ext cx="7179226" cy="27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4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7874-A315-D1FE-22C6-38693303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69293-2744-463A-A269-BB3919CA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Security, </a:t>
            </a:r>
            <a:r>
              <a:rPr lang="nl-NL" dirty="0" err="1"/>
              <a:t>Authorization</a:t>
            </a:r>
            <a:r>
              <a:rPr lang="nl-NL" dirty="0"/>
              <a:t> / </a:t>
            </a:r>
            <a:r>
              <a:rPr lang="nl-NL" dirty="0" err="1"/>
              <a:t>role</a:t>
            </a:r>
            <a:r>
              <a:rPr lang="nl-NL" dirty="0"/>
              <a:t> member</a:t>
            </a:r>
            <a:br>
              <a:rPr lang="nl-NL" dirty="0"/>
            </a:br>
            <a:endParaRPr lang="nl-NL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93F6DE4F-F6BA-56B3-3DB1-FA69A839E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00" y="5562898"/>
            <a:ext cx="10772134" cy="815042"/>
          </a:xfrm>
          <a:prstGeom prst="rect">
            <a:avLst/>
          </a:prstGeom>
        </p:spPr>
      </p:pic>
      <p:pic>
        <p:nvPicPr>
          <p:cNvPr id="5" name="Afbeelding 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0DCD601E-F3BB-E7A7-299D-F98374178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21" y="1359527"/>
            <a:ext cx="2648320" cy="2267266"/>
          </a:xfrm>
          <a:prstGeom prst="rect">
            <a:avLst/>
          </a:prstGeom>
        </p:spPr>
      </p:pic>
      <p:pic>
        <p:nvPicPr>
          <p:cNvPr id="10" name="Afbeelding 9" descr="Afbeelding met tekst, software, Webpagina, Website&#10;&#10;Automatisch gegenereerde beschrijving">
            <a:extLst>
              <a:ext uri="{FF2B5EF4-FFF2-40B4-BE49-F238E27FC236}">
                <a16:creationId xmlns:a16="http://schemas.microsoft.com/office/drawing/2014/main" id="{A7B8B9AC-5E43-A965-8AF0-53B6CDEE6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140" y="1167428"/>
            <a:ext cx="6574901" cy="2412337"/>
          </a:xfrm>
          <a:prstGeom prst="rect">
            <a:avLst/>
          </a:prstGeom>
        </p:spPr>
      </p:pic>
      <p:pic>
        <p:nvPicPr>
          <p:cNvPr id="12" name="Afbeelding 11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7CD2D36F-CD4F-E4B2-6101-9369F7A26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140" y="3633118"/>
            <a:ext cx="506800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7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5">
            <a:extLst>
              <a:ext uri="{FF2B5EF4-FFF2-40B4-BE49-F238E27FC236}">
                <a16:creationId xmlns:a16="http://schemas.microsoft.com/office/drawing/2014/main" id="{FD100F38-08A3-6FCE-19F4-18212741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52" y="464907"/>
            <a:ext cx="8784976" cy="720080"/>
          </a:xfrm>
        </p:spPr>
        <p:txBody>
          <a:bodyPr>
            <a:normAutofit/>
          </a:bodyPr>
          <a:lstStyle/>
          <a:p>
            <a:pPr algn="l"/>
            <a:r>
              <a:rPr lang="nl-NL" b="1" dirty="0"/>
              <a:t>Wat gaan we doen?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4BEE61B-F0BB-4F5F-EA9C-DE72D859F985}"/>
              </a:ext>
            </a:extLst>
          </p:cNvPr>
          <p:cNvSpPr txBox="1"/>
          <p:nvPr/>
        </p:nvSpPr>
        <p:spPr>
          <a:xfrm>
            <a:off x="1595120" y="1706880"/>
            <a:ext cx="7823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Je krijgt een git-link. </a:t>
            </a:r>
          </a:p>
          <a:p>
            <a:endParaRPr lang="nl-NL" dirty="0"/>
          </a:p>
          <a:p>
            <a:r>
              <a:rPr lang="nl-NL" dirty="0"/>
              <a:t>https://github.com/mjlinden/workshop.git  </a:t>
            </a:r>
          </a:p>
          <a:p>
            <a:r>
              <a:rPr lang="nl-NL" dirty="0"/>
              <a:t> </a:t>
            </a:r>
          </a:p>
          <a:p>
            <a:r>
              <a:rPr lang="nl-NL" dirty="0"/>
              <a:t>1 </a:t>
            </a:r>
            <a:r>
              <a:rPr lang="nl-NL" b="1" dirty="0" err="1"/>
              <a:t>clone</a:t>
            </a:r>
            <a:r>
              <a:rPr lang="nl-NL" b="1" dirty="0"/>
              <a:t> </a:t>
            </a:r>
            <a:r>
              <a:rPr lang="nl-NL" b="1" dirty="0" err="1"/>
              <a:t>repository</a:t>
            </a:r>
            <a:endParaRPr lang="nl-NL" b="1" dirty="0"/>
          </a:p>
          <a:p>
            <a:endParaRPr lang="nl-NL" dirty="0"/>
          </a:p>
          <a:p>
            <a:r>
              <a:rPr lang="nl-NL" b="1" dirty="0"/>
              <a:t>2 Database en user tabel </a:t>
            </a:r>
            <a:r>
              <a:rPr lang="nl-NL" dirty="0"/>
              <a:t>/ installeren</a:t>
            </a:r>
          </a:p>
          <a:p>
            <a:endParaRPr lang="nl-NL" dirty="0"/>
          </a:p>
          <a:p>
            <a:r>
              <a:rPr lang="nl-NL" dirty="0"/>
              <a:t>3 </a:t>
            </a:r>
            <a:r>
              <a:rPr lang="nl-NL" b="1" dirty="0"/>
              <a:t>Registreren</a:t>
            </a:r>
            <a:r>
              <a:rPr lang="nl-NL" dirty="0"/>
              <a:t> / formulier krijg je, alleen wachtwoord coderen zelf doen</a:t>
            </a:r>
          </a:p>
          <a:p>
            <a:endParaRPr lang="nl-NL" dirty="0"/>
          </a:p>
          <a:p>
            <a:r>
              <a:rPr lang="nl-NL" dirty="0"/>
              <a:t>3 </a:t>
            </a:r>
            <a:r>
              <a:rPr lang="nl-NL" b="1" dirty="0"/>
              <a:t>Inloggen</a:t>
            </a:r>
            <a:r>
              <a:rPr lang="nl-NL" dirty="0"/>
              <a:t> / formulier krijg je, password controle zelf maken</a:t>
            </a:r>
          </a:p>
          <a:p>
            <a:endParaRPr lang="nl-NL" dirty="0"/>
          </a:p>
          <a:p>
            <a:r>
              <a:rPr lang="nl-NL" dirty="0"/>
              <a:t>3 </a:t>
            </a:r>
            <a:r>
              <a:rPr lang="nl-NL" b="1" dirty="0"/>
              <a:t>pagina voor user </a:t>
            </a:r>
            <a:r>
              <a:rPr lang="nl-NL" dirty="0"/>
              <a:t>/ krijg je</a:t>
            </a:r>
          </a:p>
          <a:p>
            <a:endParaRPr lang="nl-NL" dirty="0"/>
          </a:p>
          <a:p>
            <a:r>
              <a:rPr lang="nl-NL" dirty="0"/>
              <a:t>4 </a:t>
            </a:r>
            <a:r>
              <a:rPr lang="nl-NL" b="1" dirty="0"/>
              <a:t>pagina voor </a:t>
            </a:r>
            <a:r>
              <a:rPr lang="nl-NL" b="1" dirty="0" err="1"/>
              <a:t>admin</a:t>
            </a:r>
            <a:r>
              <a:rPr lang="nl-NL" b="1" dirty="0"/>
              <a:t> </a:t>
            </a:r>
            <a:r>
              <a:rPr lang="nl-NL" dirty="0"/>
              <a:t>/ krijg je</a:t>
            </a:r>
          </a:p>
          <a:p>
            <a:endParaRPr lang="nl-NL" dirty="0"/>
          </a:p>
          <a:p>
            <a:r>
              <a:rPr lang="nl-NL" dirty="0"/>
              <a:t>5 </a:t>
            </a:r>
            <a:r>
              <a:rPr lang="nl-NL" b="1" dirty="0"/>
              <a:t>Maak een nieuwe rol, manager</a:t>
            </a:r>
            <a:r>
              <a:rPr lang="nl-NL" dirty="0"/>
              <a:t>. Maak voor hem een eigen homepage</a:t>
            </a:r>
          </a:p>
        </p:txBody>
      </p:sp>
    </p:spTree>
    <p:extLst>
      <p:ext uri="{BB962C8B-B14F-4D97-AF65-F5344CB8AC3E}">
        <p14:creationId xmlns:p14="http://schemas.microsoft.com/office/powerpoint/2010/main" val="39866028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146</Words>
  <Application>Microsoft Office PowerPoint</Application>
  <PresentationFormat>Breedbeeld</PresentationFormat>
  <Paragraphs>32</Paragraphs>
  <Slides>9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Kantoorthema</vt:lpstr>
      <vt:lpstr>Welkom bij de  workshop Security</vt:lpstr>
      <vt:lpstr>Wat gaan we doen in deze workshop?</vt:lpstr>
      <vt:lpstr>Security</vt:lpstr>
      <vt:lpstr>PowerPoint-presentatie</vt:lpstr>
      <vt:lpstr>Security, Authentication / user table </vt:lpstr>
      <vt:lpstr>Security, Authentication / registreren </vt:lpstr>
      <vt:lpstr>Security, Authorization / role admin </vt:lpstr>
      <vt:lpstr>Security, Authorization / role member </vt:lpstr>
      <vt:lpstr>Wat gaan we doen?</vt:lpstr>
    </vt:vector>
  </TitlesOfParts>
  <Company>ROC Mondriaan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Linden, M van der</dc:creator>
  <cp:lastModifiedBy>Linden, M van der</cp:lastModifiedBy>
  <cp:revision>3</cp:revision>
  <dcterms:created xsi:type="dcterms:W3CDTF">2024-09-03T08:37:35Z</dcterms:created>
  <dcterms:modified xsi:type="dcterms:W3CDTF">2025-01-10T13:44:05Z</dcterms:modified>
</cp:coreProperties>
</file>